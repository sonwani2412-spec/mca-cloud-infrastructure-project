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0" r:id="rId1"/>
  </p:sldMasterIdLst>
  <p:notesMasterIdLst>
    <p:notesMasterId r:id="rId15"/>
  </p:notesMasterIdLst>
  <p:sldIdLst>
    <p:sldId id="256" r:id="rId2"/>
    <p:sldId id="257" r:id="rId3"/>
    <p:sldId id="268" r:id="rId4"/>
    <p:sldId id="258" r:id="rId5"/>
    <p:sldId id="259" r:id="rId6"/>
    <p:sldId id="269" r:id="rId7"/>
    <p:sldId id="261" r:id="rId8"/>
    <p:sldId id="262" r:id="rId9"/>
    <p:sldId id="270" r:id="rId10"/>
    <p:sldId id="263" r:id="rId11"/>
    <p:sldId id="267" r:id="rId12"/>
    <p:sldId id="265" r:id="rId13"/>
    <p:sldId id="26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A8A7811-D780-B68E-7E6A-4F8DEB535B35}" name="Lokesh Bana" initials="LB" userId="5198ef756a8fcec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139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F28933-FFA1-4B48-B8E0-3968F003B1D3}" type="doc">
      <dgm:prSet loTypeId="urn:microsoft.com/office/officeart/2024/layout/NumberedLinearArrowProcess#1" loCatId="process" qsTypeId="urn:microsoft.com/office/officeart/2005/8/quickstyle/simple1" qsCatId="simple" csTypeId="urn:microsoft.com/office/officeart/2005/8/colors/colorful2" csCatId="colorful" phldr="1"/>
      <dgm:spPr/>
      <dgm:t>
        <a:bodyPr/>
        <a:lstStyle/>
        <a:p>
          <a:endParaRPr lang="en-IN"/>
        </a:p>
      </dgm:t>
    </dgm:pt>
    <dgm:pt modelId="{7F02F56B-FAF3-48D2-A573-6895592F3E57}">
      <dgm:prSet phldrT="[Text]" custT="1"/>
      <dgm:spPr/>
      <dgm:t>
        <a:bodyPr/>
        <a:lstStyle/>
        <a:p>
          <a:pPr>
            <a:buNone/>
          </a:pPr>
          <a:r>
            <a:rPr lang="en-IN" sz="1100" b="1" dirty="0"/>
            <a:t>Infrastructure Assessment</a:t>
          </a:r>
        </a:p>
      </dgm:t>
    </dgm:pt>
    <dgm:pt modelId="{9069FB14-1D19-4B2B-BC13-A9405C0D5799}" type="parTrans" cxnId="{5869711D-8856-471F-ACA2-BE594EFC61C5}">
      <dgm:prSet/>
      <dgm:spPr/>
      <dgm:t>
        <a:bodyPr/>
        <a:lstStyle/>
        <a:p>
          <a:endParaRPr lang="en-IN"/>
        </a:p>
      </dgm:t>
    </dgm:pt>
    <dgm:pt modelId="{AB520D23-E954-4622-A1C8-783812A3FCEE}" type="sibTrans" cxnId="{5869711D-8856-471F-ACA2-BE594EFC61C5}">
      <dgm:prSet phldrT="1" phldr="0"/>
      <dgm:spPr/>
      <dgm:t>
        <a:bodyPr/>
        <a:lstStyle/>
        <a:p>
          <a:r>
            <a:rPr lang="en-IN"/>
            <a:t>1</a:t>
          </a:r>
        </a:p>
      </dgm:t>
    </dgm:pt>
    <dgm:pt modelId="{EDEA7073-C7CA-458B-B63E-B4C03B3C5F72}">
      <dgm:prSet phldrT="[Text]" phldr="0"/>
      <dgm:spPr/>
      <dgm:t>
        <a:bodyPr/>
        <a:lstStyle/>
        <a:p>
          <a:r>
            <a:rPr lang="en-IN" sz="1100" dirty="0"/>
            <a:t> Evaluate existing IT resources and business requirements.</a:t>
          </a:r>
        </a:p>
      </dgm:t>
    </dgm:pt>
    <dgm:pt modelId="{56A25E52-9C7C-423A-B3E6-7AB0583051DD}" type="parTrans" cxnId="{0A3F25E5-FF4A-4E8D-A14B-2D7CD2372875}">
      <dgm:prSet/>
      <dgm:spPr/>
      <dgm:t>
        <a:bodyPr/>
        <a:lstStyle/>
        <a:p>
          <a:endParaRPr lang="en-IN"/>
        </a:p>
      </dgm:t>
    </dgm:pt>
    <dgm:pt modelId="{5CFF0533-362B-4DD1-AD0D-6A946AEFB9CD}" type="sibTrans" cxnId="{0A3F25E5-FF4A-4E8D-A14B-2D7CD2372875}">
      <dgm:prSet/>
      <dgm:spPr/>
      <dgm:t>
        <a:bodyPr/>
        <a:lstStyle/>
        <a:p>
          <a:endParaRPr lang="en-IN"/>
        </a:p>
      </dgm:t>
    </dgm:pt>
    <dgm:pt modelId="{F90FE567-3670-485A-A009-4948F6565067}">
      <dgm:prSet phldrT="[Text]" custT="1"/>
      <dgm:spPr/>
      <dgm:t>
        <a:bodyPr/>
        <a:lstStyle/>
        <a:p>
          <a:pPr>
            <a:buNone/>
          </a:pPr>
          <a:r>
            <a:rPr lang="en-IN" sz="1200" b="1" dirty="0"/>
            <a:t>Migration Planning</a:t>
          </a:r>
          <a:endParaRPr lang="en-IN" sz="1100" b="1" dirty="0"/>
        </a:p>
      </dgm:t>
    </dgm:pt>
    <dgm:pt modelId="{893973ED-4FD7-4A8D-98CF-3ACF7258B6F8}" type="parTrans" cxnId="{B27F7DC9-9C0F-42E1-B02D-39B0B73083D2}">
      <dgm:prSet/>
      <dgm:spPr/>
      <dgm:t>
        <a:bodyPr/>
        <a:lstStyle/>
        <a:p>
          <a:endParaRPr lang="en-IN"/>
        </a:p>
      </dgm:t>
    </dgm:pt>
    <dgm:pt modelId="{54716747-DC5F-421E-9638-405ED5403F9F}" type="sibTrans" cxnId="{B27F7DC9-9C0F-42E1-B02D-39B0B73083D2}">
      <dgm:prSet phldrT="2" phldr="0"/>
      <dgm:spPr/>
      <dgm:t>
        <a:bodyPr/>
        <a:lstStyle/>
        <a:p>
          <a:r>
            <a:rPr lang="en-IN"/>
            <a:t>2</a:t>
          </a:r>
        </a:p>
      </dgm:t>
    </dgm:pt>
    <dgm:pt modelId="{2E51214E-7920-412B-9401-6DC15E6DB656}">
      <dgm:prSet phldrT="[Text]" phldr="0"/>
      <dgm:spPr/>
      <dgm:t>
        <a:bodyPr/>
        <a:lstStyle/>
        <a:p>
          <a:r>
            <a:rPr lang="en-IN" sz="1100" dirty="0"/>
            <a:t>Select suitable Azure services and prepare migration strategy.</a:t>
          </a:r>
        </a:p>
      </dgm:t>
    </dgm:pt>
    <dgm:pt modelId="{6E96E034-42D9-4F7A-9DB5-AF76EC3C3514}" type="parTrans" cxnId="{249A0472-4A92-4731-ABDF-74347143211A}">
      <dgm:prSet/>
      <dgm:spPr/>
      <dgm:t>
        <a:bodyPr/>
        <a:lstStyle/>
        <a:p>
          <a:endParaRPr lang="en-IN"/>
        </a:p>
      </dgm:t>
    </dgm:pt>
    <dgm:pt modelId="{3665F04A-4207-4325-A3E7-DF291B5E0D6B}" type="sibTrans" cxnId="{249A0472-4A92-4731-ABDF-74347143211A}">
      <dgm:prSet/>
      <dgm:spPr/>
      <dgm:t>
        <a:bodyPr/>
        <a:lstStyle/>
        <a:p>
          <a:endParaRPr lang="en-IN"/>
        </a:p>
      </dgm:t>
    </dgm:pt>
    <dgm:pt modelId="{E608CB10-1FFB-4DD9-B158-A00DD8369B81}">
      <dgm:prSet phldrT="[Text]" custT="1"/>
      <dgm:spPr/>
      <dgm:t>
        <a:bodyPr/>
        <a:lstStyle/>
        <a:p>
          <a:pPr>
            <a:buNone/>
          </a:pPr>
          <a:r>
            <a:rPr lang="en-IN" sz="1200" b="1" dirty="0"/>
            <a:t>Cloud Deployment</a:t>
          </a:r>
        </a:p>
      </dgm:t>
    </dgm:pt>
    <dgm:pt modelId="{A3DCD6C8-EA3E-4C88-A7F7-91A78AD205D0}" type="parTrans" cxnId="{971AD8C4-6150-4EE8-AE39-D816B5525329}">
      <dgm:prSet/>
      <dgm:spPr/>
      <dgm:t>
        <a:bodyPr/>
        <a:lstStyle/>
        <a:p>
          <a:endParaRPr lang="en-IN"/>
        </a:p>
      </dgm:t>
    </dgm:pt>
    <dgm:pt modelId="{8083694A-CCBC-44CD-B877-B64F0063A8FC}" type="sibTrans" cxnId="{971AD8C4-6150-4EE8-AE39-D816B5525329}">
      <dgm:prSet phldrT="3" phldr="0"/>
      <dgm:spPr/>
      <dgm:t>
        <a:bodyPr/>
        <a:lstStyle/>
        <a:p>
          <a:r>
            <a:rPr lang="en-IN"/>
            <a:t>3</a:t>
          </a:r>
        </a:p>
      </dgm:t>
    </dgm:pt>
    <dgm:pt modelId="{5011538E-B1EE-4220-8D88-CD00D3EB514D}">
      <dgm:prSet phldrT="[Text]" phldr="0" custT="1"/>
      <dgm:spPr/>
      <dgm:t>
        <a:bodyPr/>
        <a:lstStyle/>
        <a:p>
          <a:r>
            <a:rPr lang="en-IN" sz="1200" dirty="0"/>
            <a:t>Deploy Azure Virtual Machines, Storage, and SQL Database.</a:t>
          </a:r>
        </a:p>
      </dgm:t>
    </dgm:pt>
    <dgm:pt modelId="{82D3B1E7-7675-4405-A2D5-73312E93A152}" type="parTrans" cxnId="{46F5CEF3-6E78-4EDA-B890-5A7750211A6C}">
      <dgm:prSet/>
      <dgm:spPr/>
      <dgm:t>
        <a:bodyPr/>
        <a:lstStyle/>
        <a:p>
          <a:endParaRPr lang="en-IN"/>
        </a:p>
      </dgm:t>
    </dgm:pt>
    <dgm:pt modelId="{7F498BBC-16B4-46C2-AEB7-2B12B268ED93}" type="sibTrans" cxnId="{46F5CEF3-6E78-4EDA-B890-5A7750211A6C}">
      <dgm:prSet/>
      <dgm:spPr/>
      <dgm:t>
        <a:bodyPr/>
        <a:lstStyle/>
        <a:p>
          <a:endParaRPr lang="en-IN"/>
        </a:p>
      </dgm:t>
    </dgm:pt>
    <dgm:pt modelId="{E9D476C2-0521-4B84-912F-6818B347CE39}">
      <dgm:prSet phldrT="[Text]" custT="1"/>
      <dgm:spPr/>
      <dgm:t>
        <a:bodyPr/>
        <a:lstStyle/>
        <a:p>
          <a:pPr>
            <a:buNone/>
          </a:pPr>
          <a:r>
            <a:rPr lang="en-IN" sz="1600" b="1" dirty="0"/>
            <a:t>Testing</a:t>
          </a:r>
        </a:p>
      </dgm:t>
    </dgm:pt>
    <dgm:pt modelId="{55359F43-E44E-413C-8774-F726D716F46F}" type="parTrans" cxnId="{692F13E5-D3AC-4C18-9251-D5918A99E377}">
      <dgm:prSet/>
      <dgm:spPr/>
      <dgm:t>
        <a:bodyPr/>
        <a:lstStyle/>
        <a:p>
          <a:endParaRPr lang="en-IN"/>
        </a:p>
      </dgm:t>
    </dgm:pt>
    <dgm:pt modelId="{B03D72DD-2B35-443E-BABB-2C6B935E9A21}" type="sibTrans" cxnId="{692F13E5-D3AC-4C18-9251-D5918A99E377}">
      <dgm:prSet phldrT="4" phldr="0"/>
      <dgm:spPr/>
      <dgm:t>
        <a:bodyPr/>
        <a:lstStyle/>
        <a:p>
          <a:r>
            <a:rPr lang="en-IN"/>
            <a:t>4</a:t>
          </a:r>
        </a:p>
      </dgm:t>
    </dgm:pt>
    <dgm:pt modelId="{794FDB9C-1080-4774-BBA3-559C634B72EA}">
      <dgm:prSet phldrT="[Text]" custT="1"/>
      <dgm:spPr/>
      <dgm:t>
        <a:bodyPr/>
        <a:lstStyle/>
        <a:p>
          <a:pPr>
            <a:buNone/>
          </a:pPr>
          <a:r>
            <a:rPr lang="en-IN" sz="1200" b="1" dirty="0"/>
            <a:t>Monitoring</a:t>
          </a:r>
          <a:endParaRPr lang="en-IN" sz="1400" b="1" dirty="0"/>
        </a:p>
      </dgm:t>
    </dgm:pt>
    <dgm:pt modelId="{29C5CEAA-6DBB-43F0-B41B-B90744C6D1BF}" type="parTrans" cxnId="{D0EAECDB-3E69-4F70-A79A-025BD7B3CC3C}">
      <dgm:prSet/>
      <dgm:spPr/>
      <dgm:t>
        <a:bodyPr/>
        <a:lstStyle/>
        <a:p>
          <a:endParaRPr lang="en-IN"/>
        </a:p>
      </dgm:t>
    </dgm:pt>
    <dgm:pt modelId="{656B3F8F-18D8-43CC-85C1-ADF49463BF3D}" type="sibTrans" cxnId="{D0EAECDB-3E69-4F70-A79A-025BD7B3CC3C}">
      <dgm:prSet phldrT="5" phldr="0"/>
      <dgm:spPr/>
      <dgm:t>
        <a:bodyPr/>
        <a:lstStyle/>
        <a:p>
          <a:r>
            <a:rPr lang="en-IN"/>
            <a:t>5</a:t>
          </a:r>
        </a:p>
      </dgm:t>
    </dgm:pt>
    <dgm:pt modelId="{34FB3193-A290-4EF2-8DE7-7B5246D4673D}">
      <dgm:prSet phldrT="[Text]" phldr="0" custT="1"/>
      <dgm:spPr/>
      <dgm:t>
        <a:bodyPr/>
        <a:lstStyle/>
        <a:p>
          <a:r>
            <a:rPr lang="en-IN" sz="1400" dirty="0"/>
            <a:t>Validate performance, connectivity, and security.</a:t>
          </a:r>
        </a:p>
      </dgm:t>
    </dgm:pt>
    <dgm:pt modelId="{589A65C0-EABD-4D61-B40F-094706A400AF}" type="parTrans" cxnId="{5B121179-090B-451E-9245-539CA42F9F59}">
      <dgm:prSet/>
      <dgm:spPr/>
      <dgm:t>
        <a:bodyPr/>
        <a:lstStyle/>
        <a:p>
          <a:endParaRPr lang="en-IN"/>
        </a:p>
      </dgm:t>
    </dgm:pt>
    <dgm:pt modelId="{0A8DD79A-E8EE-45EB-B99A-34D4E0D6457D}" type="sibTrans" cxnId="{5B121179-090B-451E-9245-539CA42F9F59}">
      <dgm:prSet/>
      <dgm:spPr/>
      <dgm:t>
        <a:bodyPr/>
        <a:lstStyle/>
        <a:p>
          <a:endParaRPr lang="en-IN"/>
        </a:p>
      </dgm:t>
    </dgm:pt>
    <dgm:pt modelId="{0353D8BC-997A-4E09-83FE-7C40993711A5}">
      <dgm:prSet phldrT="[Text]" phldr="0" custT="1"/>
      <dgm:spPr/>
      <dgm:t>
        <a:bodyPr/>
        <a:lstStyle/>
        <a:p>
          <a:r>
            <a:rPr lang="en-IN" sz="1200" dirty="0"/>
            <a:t> Monitor infrastructure using Azure Monitor and Defender.</a:t>
          </a:r>
        </a:p>
      </dgm:t>
    </dgm:pt>
    <dgm:pt modelId="{5CF8332F-544A-4EE7-AF7B-743A4EB47C09}" type="parTrans" cxnId="{7135EF9B-D490-4C91-99CF-E8045438C09F}">
      <dgm:prSet/>
      <dgm:spPr/>
      <dgm:t>
        <a:bodyPr/>
        <a:lstStyle/>
        <a:p>
          <a:endParaRPr lang="en-IN"/>
        </a:p>
      </dgm:t>
    </dgm:pt>
    <dgm:pt modelId="{A521132F-6BCB-4C9D-BABA-C7797B27DBFA}" type="sibTrans" cxnId="{7135EF9B-D490-4C91-99CF-E8045438C09F}">
      <dgm:prSet/>
      <dgm:spPr/>
      <dgm:t>
        <a:bodyPr/>
        <a:lstStyle/>
        <a:p>
          <a:endParaRPr lang="en-IN"/>
        </a:p>
      </dgm:t>
    </dgm:pt>
    <dgm:pt modelId="{1D5458C7-5780-4EFF-965A-CB6A90C17078}" type="pres">
      <dgm:prSet presAssocID="{95F28933-FFA1-4B48-B8E0-3968F003B1D3}" presName="linearFlow" presStyleCnt="0">
        <dgm:presLayoutVars>
          <dgm:dir/>
          <dgm:animLvl val="lvl"/>
          <dgm:resizeHandles val="exact"/>
        </dgm:presLayoutVars>
      </dgm:prSet>
      <dgm:spPr/>
    </dgm:pt>
    <dgm:pt modelId="{42C7BD61-5854-4734-9022-2CEE3A3B957C}" type="pres">
      <dgm:prSet presAssocID="{7F02F56B-FAF3-48D2-A573-6895592F3E57}" presName="compositeNode" presStyleCnt="0"/>
      <dgm:spPr/>
    </dgm:pt>
    <dgm:pt modelId="{FC1ACFCC-9479-4D2A-86BE-E6ABEF62CF86}" type="pres">
      <dgm:prSet presAssocID="{7F02F56B-FAF3-48D2-A573-6895592F3E57}" presName="parTx" presStyleLbl="node1" presStyleIdx="0" presStyleCnt="0">
        <dgm:presLayoutVars>
          <dgm:chMax val="0"/>
          <dgm:chPref val="0"/>
          <dgm:bulletEnabled val="1"/>
        </dgm:presLayoutVars>
      </dgm:prSet>
      <dgm:spPr/>
    </dgm:pt>
    <dgm:pt modelId="{31C70F7E-CDDE-4FD2-ACDA-7BB40BD783B0}" type="pres">
      <dgm:prSet presAssocID="{7F02F56B-FAF3-48D2-A573-6895592F3E57}" presName="parSh" presStyleCnt="0"/>
      <dgm:spPr/>
    </dgm:pt>
    <dgm:pt modelId="{88C640B4-F120-4C72-95BF-C5C67BAE9B87}" type="pres">
      <dgm:prSet presAssocID="{7F02F56B-FAF3-48D2-A573-6895592F3E57}" presName="lineNode" presStyleLbl="alignNode1" presStyleIdx="0" presStyleCnt="15"/>
      <dgm:spPr/>
    </dgm:pt>
    <dgm:pt modelId="{BA8B92B8-6865-45E3-A48B-25421E9ED6F2}" type="pres">
      <dgm:prSet presAssocID="{7F02F56B-FAF3-48D2-A573-6895592F3E57}" presName="lineArrowNode" presStyleLbl="alignNode1" presStyleIdx="1" presStyleCnt="15"/>
      <dgm:spPr/>
    </dgm:pt>
    <dgm:pt modelId="{768A715B-6C0D-4803-97D3-29475DF0B818}" type="pres">
      <dgm:prSet presAssocID="{AB520D23-E954-4622-A1C8-783812A3FCEE}" presName="sibTransNodeCircle" presStyleLbl="alignNode1" presStyleIdx="2" presStyleCnt="15">
        <dgm:presLayoutVars>
          <dgm:chMax val="0"/>
          <dgm:bulletEnabled/>
        </dgm:presLayoutVars>
      </dgm:prSet>
      <dgm:spPr/>
    </dgm:pt>
    <dgm:pt modelId="{AF733DF5-1E44-4BB4-80A5-51041FB23B42}" type="pres">
      <dgm:prSet presAssocID="{AB520D23-E954-4622-A1C8-783812A3FCEE}" presName="spacerBetweenCircleAndCallout" presStyleCnt="0">
        <dgm:presLayoutVars/>
      </dgm:prSet>
      <dgm:spPr/>
    </dgm:pt>
    <dgm:pt modelId="{0EA1C80B-DA17-4DFB-AA06-4F9E13260281}" type="pres">
      <dgm:prSet presAssocID="{AB520D23-E954-4622-A1C8-783812A3FCEE}" presName="verticalConnector" presStyleLbl="alignAccFollowNode1" presStyleIdx="0" presStyleCnt="5"/>
      <dgm:spPr/>
    </dgm:pt>
    <dgm:pt modelId="{C914F962-AE54-4DFD-9E29-39C6F81946FF}" type="pres">
      <dgm:prSet presAssocID="{7F02F56B-FAF3-48D2-A573-6895592F3E57}" presName="nodeText" presStyleLbl="fgAcc1" presStyleIdx="0" presStyleCnt="5">
        <dgm:presLayoutVars>
          <dgm:bulletEnabled val="1"/>
        </dgm:presLayoutVars>
      </dgm:prSet>
      <dgm:spPr/>
    </dgm:pt>
    <dgm:pt modelId="{559558CF-3796-4CE7-A9AE-B83482083553}" type="pres">
      <dgm:prSet presAssocID="{AB520D23-E954-4622-A1C8-783812A3FCEE}" presName="sibTransComposite" presStyleCnt="0"/>
      <dgm:spPr/>
    </dgm:pt>
    <dgm:pt modelId="{FA16FE5E-8226-4737-A452-1295C7B3CF4C}" type="pres">
      <dgm:prSet presAssocID="{F90FE567-3670-485A-A009-4948F6565067}" presName="compositeNode" presStyleCnt="0"/>
      <dgm:spPr/>
    </dgm:pt>
    <dgm:pt modelId="{DBC1F624-8E3D-4C85-B23E-A7EEA885B811}" type="pres">
      <dgm:prSet presAssocID="{F90FE567-3670-485A-A009-4948F6565067}" presName="parTx" presStyleLbl="node1" presStyleIdx="0" presStyleCnt="0">
        <dgm:presLayoutVars>
          <dgm:chMax val="0"/>
          <dgm:chPref val="0"/>
          <dgm:bulletEnabled val="1"/>
        </dgm:presLayoutVars>
      </dgm:prSet>
      <dgm:spPr/>
    </dgm:pt>
    <dgm:pt modelId="{CCD64689-630A-41AD-B9F7-C22C38EFB449}" type="pres">
      <dgm:prSet presAssocID="{F90FE567-3670-485A-A009-4948F6565067}" presName="parSh" presStyleCnt="0"/>
      <dgm:spPr/>
    </dgm:pt>
    <dgm:pt modelId="{85DDF3FA-D833-4829-BAEF-74C6DCDE0FFA}" type="pres">
      <dgm:prSet presAssocID="{F90FE567-3670-485A-A009-4948F6565067}" presName="lineNode" presStyleLbl="alignNode1" presStyleIdx="3" presStyleCnt="15"/>
      <dgm:spPr/>
    </dgm:pt>
    <dgm:pt modelId="{11929862-8396-4B75-BE69-86CD828D62C1}" type="pres">
      <dgm:prSet presAssocID="{F90FE567-3670-485A-A009-4948F6565067}" presName="lineArrowNode" presStyleLbl="alignNode1" presStyleIdx="4" presStyleCnt="15"/>
      <dgm:spPr/>
    </dgm:pt>
    <dgm:pt modelId="{87D77621-43C4-4372-8291-FF9F05710E97}" type="pres">
      <dgm:prSet presAssocID="{54716747-DC5F-421E-9638-405ED5403F9F}" presName="sibTransNodeCircle" presStyleLbl="alignNode1" presStyleIdx="5" presStyleCnt="15">
        <dgm:presLayoutVars>
          <dgm:chMax val="0"/>
          <dgm:bulletEnabled/>
        </dgm:presLayoutVars>
      </dgm:prSet>
      <dgm:spPr/>
    </dgm:pt>
    <dgm:pt modelId="{F5F40010-A939-4F37-92A5-148CB7C9E56E}" type="pres">
      <dgm:prSet presAssocID="{54716747-DC5F-421E-9638-405ED5403F9F}" presName="spacerBetweenCircleAndCallout" presStyleCnt="0">
        <dgm:presLayoutVars/>
      </dgm:prSet>
      <dgm:spPr/>
    </dgm:pt>
    <dgm:pt modelId="{F3C373DD-9DE3-4450-B1D4-1DE6CE9FB9C7}" type="pres">
      <dgm:prSet presAssocID="{54716747-DC5F-421E-9638-405ED5403F9F}" presName="verticalConnector" presStyleLbl="alignAccFollowNode1" presStyleIdx="1" presStyleCnt="5"/>
      <dgm:spPr/>
    </dgm:pt>
    <dgm:pt modelId="{E5802C30-DAE3-44CA-BC98-71A445A08874}" type="pres">
      <dgm:prSet presAssocID="{F90FE567-3670-485A-A009-4948F6565067}" presName="nodeText" presStyleLbl="fgAcc1" presStyleIdx="1" presStyleCnt="5">
        <dgm:presLayoutVars>
          <dgm:bulletEnabled val="1"/>
        </dgm:presLayoutVars>
      </dgm:prSet>
      <dgm:spPr/>
    </dgm:pt>
    <dgm:pt modelId="{B95B3EB1-AC87-4756-BC46-4D4C2624412D}" type="pres">
      <dgm:prSet presAssocID="{54716747-DC5F-421E-9638-405ED5403F9F}" presName="sibTransComposite" presStyleCnt="0"/>
      <dgm:spPr/>
    </dgm:pt>
    <dgm:pt modelId="{CFE19718-50B1-4C10-82BD-1C56030B434B}" type="pres">
      <dgm:prSet presAssocID="{E608CB10-1FFB-4DD9-B158-A00DD8369B81}" presName="compositeNode" presStyleCnt="0"/>
      <dgm:spPr/>
    </dgm:pt>
    <dgm:pt modelId="{4863ACD0-7AC6-45AC-A40B-F8F9F10FDD36}" type="pres">
      <dgm:prSet presAssocID="{E608CB10-1FFB-4DD9-B158-A00DD8369B81}" presName="parTx" presStyleLbl="node1" presStyleIdx="0" presStyleCnt="0">
        <dgm:presLayoutVars>
          <dgm:chMax val="0"/>
          <dgm:chPref val="0"/>
          <dgm:bulletEnabled val="1"/>
        </dgm:presLayoutVars>
      </dgm:prSet>
      <dgm:spPr/>
    </dgm:pt>
    <dgm:pt modelId="{EE0F236F-CB1B-4B35-94FB-63BEE3177ABB}" type="pres">
      <dgm:prSet presAssocID="{E608CB10-1FFB-4DD9-B158-A00DD8369B81}" presName="parSh" presStyleCnt="0"/>
      <dgm:spPr/>
    </dgm:pt>
    <dgm:pt modelId="{7B99266E-E319-469B-B826-FD87D066F793}" type="pres">
      <dgm:prSet presAssocID="{E608CB10-1FFB-4DD9-B158-A00DD8369B81}" presName="lineNode" presStyleLbl="alignNode1" presStyleIdx="6" presStyleCnt="15"/>
      <dgm:spPr/>
    </dgm:pt>
    <dgm:pt modelId="{BF32D6BD-2495-43FE-8B8E-A348E6321C95}" type="pres">
      <dgm:prSet presAssocID="{E608CB10-1FFB-4DD9-B158-A00DD8369B81}" presName="lineArrowNode" presStyleLbl="alignNode1" presStyleIdx="7" presStyleCnt="15"/>
      <dgm:spPr/>
    </dgm:pt>
    <dgm:pt modelId="{AB076A43-7894-4012-B6D7-9725E4989BB5}" type="pres">
      <dgm:prSet presAssocID="{8083694A-CCBC-44CD-B877-B64F0063A8FC}" presName="sibTransNodeCircle" presStyleLbl="alignNode1" presStyleIdx="8" presStyleCnt="15">
        <dgm:presLayoutVars>
          <dgm:chMax val="0"/>
          <dgm:bulletEnabled/>
        </dgm:presLayoutVars>
      </dgm:prSet>
      <dgm:spPr/>
    </dgm:pt>
    <dgm:pt modelId="{3C1394C6-9CBB-4811-B932-407E37945DF7}" type="pres">
      <dgm:prSet presAssocID="{8083694A-CCBC-44CD-B877-B64F0063A8FC}" presName="spacerBetweenCircleAndCallout" presStyleCnt="0">
        <dgm:presLayoutVars/>
      </dgm:prSet>
      <dgm:spPr/>
    </dgm:pt>
    <dgm:pt modelId="{3D41151B-7EDE-4095-9B9E-11337420FBBE}" type="pres">
      <dgm:prSet presAssocID="{8083694A-CCBC-44CD-B877-B64F0063A8FC}" presName="verticalConnector" presStyleLbl="alignAccFollowNode1" presStyleIdx="2" presStyleCnt="5"/>
      <dgm:spPr/>
    </dgm:pt>
    <dgm:pt modelId="{D2B094FB-7BFF-4C14-A448-C535D4910E6B}" type="pres">
      <dgm:prSet presAssocID="{E608CB10-1FFB-4DD9-B158-A00DD8369B81}" presName="nodeText" presStyleLbl="fgAcc1" presStyleIdx="2" presStyleCnt="5" custLinFactNeighborX="-5202" custLinFactNeighborY="3114">
        <dgm:presLayoutVars>
          <dgm:bulletEnabled val="1"/>
        </dgm:presLayoutVars>
      </dgm:prSet>
      <dgm:spPr/>
    </dgm:pt>
    <dgm:pt modelId="{58C1D6B0-4702-40BA-B620-75D23C8F96E9}" type="pres">
      <dgm:prSet presAssocID="{8083694A-CCBC-44CD-B877-B64F0063A8FC}" presName="sibTransComposite" presStyleCnt="0"/>
      <dgm:spPr/>
    </dgm:pt>
    <dgm:pt modelId="{5CAC457A-E771-47DF-ACEA-A53AA62B0209}" type="pres">
      <dgm:prSet presAssocID="{E9D476C2-0521-4B84-912F-6818B347CE39}" presName="compositeNode" presStyleCnt="0"/>
      <dgm:spPr/>
    </dgm:pt>
    <dgm:pt modelId="{89E3D8BB-A03B-455B-8BE0-58948C6D4059}" type="pres">
      <dgm:prSet presAssocID="{E9D476C2-0521-4B84-912F-6818B347CE39}" presName="parTx" presStyleLbl="node1" presStyleIdx="0" presStyleCnt="0">
        <dgm:presLayoutVars>
          <dgm:chMax val="0"/>
          <dgm:chPref val="0"/>
          <dgm:bulletEnabled val="1"/>
        </dgm:presLayoutVars>
      </dgm:prSet>
      <dgm:spPr/>
    </dgm:pt>
    <dgm:pt modelId="{45B5B8C6-CB86-456F-9D41-6EA15AC4331B}" type="pres">
      <dgm:prSet presAssocID="{E9D476C2-0521-4B84-912F-6818B347CE39}" presName="parSh" presStyleCnt="0"/>
      <dgm:spPr/>
    </dgm:pt>
    <dgm:pt modelId="{C2BE3DDC-F727-40EE-AC5E-D56807312E95}" type="pres">
      <dgm:prSet presAssocID="{E9D476C2-0521-4B84-912F-6818B347CE39}" presName="lineNode" presStyleLbl="alignNode1" presStyleIdx="9" presStyleCnt="15"/>
      <dgm:spPr/>
    </dgm:pt>
    <dgm:pt modelId="{3C017F01-D890-48BB-B6AC-C6D615F00421}" type="pres">
      <dgm:prSet presAssocID="{E9D476C2-0521-4B84-912F-6818B347CE39}" presName="lineArrowNode" presStyleLbl="alignNode1" presStyleIdx="10" presStyleCnt="15"/>
      <dgm:spPr/>
    </dgm:pt>
    <dgm:pt modelId="{5A174DF2-3E24-4F16-9BAE-CBE7D9A78D5F}" type="pres">
      <dgm:prSet presAssocID="{B03D72DD-2B35-443E-BABB-2C6B935E9A21}" presName="sibTransNodeCircle" presStyleLbl="alignNode1" presStyleIdx="11" presStyleCnt="15">
        <dgm:presLayoutVars>
          <dgm:chMax val="0"/>
          <dgm:bulletEnabled/>
        </dgm:presLayoutVars>
      </dgm:prSet>
      <dgm:spPr/>
    </dgm:pt>
    <dgm:pt modelId="{1DEC962F-4DDF-4EF6-BB5E-B5F464B77B44}" type="pres">
      <dgm:prSet presAssocID="{B03D72DD-2B35-443E-BABB-2C6B935E9A21}" presName="spacerBetweenCircleAndCallout" presStyleCnt="0">
        <dgm:presLayoutVars/>
      </dgm:prSet>
      <dgm:spPr/>
    </dgm:pt>
    <dgm:pt modelId="{EC99CFF3-8DB3-4ACB-BA5D-3AC297009B11}" type="pres">
      <dgm:prSet presAssocID="{B03D72DD-2B35-443E-BABB-2C6B935E9A21}" presName="verticalConnector" presStyleLbl="alignAccFollowNode1" presStyleIdx="3" presStyleCnt="5"/>
      <dgm:spPr/>
    </dgm:pt>
    <dgm:pt modelId="{C4CB978C-8AFC-4B3E-9CD6-CEC410C8DC9C}" type="pres">
      <dgm:prSet presAssocID="{E9D476C2-0521-4B84-912F-6818B347CE39}" presName="nodeText" presStyleLbl="fgAcc1" presStyleIdx="3" presStyleCnt="5" custScaleX="112106">
        <dgm:presLayoutVars>
          <dgm:bulletEnabled val="1"/>
        </dgm:presLayoutVars>
      </dgm:prSet>
      <dgm:spPr/>
    </dgm:pt>
    <dgm:pt modelId="{D5337665-AAFF-4679-8DDC-6FCC136F5729}" type="pres">
      <dgm:prSet presAssocID="{B03D72DD-2B35-443E-BABB-2C6B935E9A21}" presName="sibTransComposite" presStyleCnt="0"/>
      <dgm:spPr/>
    </dgm:pt>
    <dgm:pt modelId="{5905B6EB-E4EF-4F24-8813-EAC988318658}" type="pres">
      <dgm:prSet presAssocID="{794FDB9C-1080-4774-BBA3-559C634B72EA}" presName="compositeNode" presStyleCnt="0"/>
      <dgm:spPr/>
    </dgm:pt>
    <dgm:pt modelId="{D2D43CB9-F74B-406A-9CAA-7DD7E0FAEA1F}" type="pres">
      <dgm:prSet presAssocID="{794FDB9C-1080-4774-BBA3-559C634B72EA}" presName="parTx" presStyleLbl="node1" presStyleIdx="0" presStyleCnt="0">
        <dgm:presLayoutVars>
          <dgm:chMax val="0"/>
          <dgm:chPref val="0"/>
          <dgm:bulletEnabled val="1"/>
        </dgm:presLayoutVars>
      </dgm:prSet>
      <dgm:spPr/>
    </dgm:pt>
    <dgm:pt modelId="{CD4281A0-F5F3-43DF-93A8-316346B69AB9}" type="pres">
      <dgm:prSet presAssocID="{794FDB9C-1080-4774-BBA3-559C634B72EA}" presName="parSh" presStyleCnt="0"/>
      <dgm:spPr/>
    </dgm:pt>
    <dgm:pt modelId="{FAC7C639-4DE0-4F9B-8898-C95A5FC60A07}" type="pres">
      <dgm:prSet presAssocID="{794FDB9C-1080-4774-BBA3-559C634B72EA}" presName="lineNode" presStyleLbl="alignNode1" presStyleIdx="12" presStyleCnt="15"/>
      <dgm:spPr/>
    </dgm:pt>
    <dgm:pt modelId="{BCF42E15-A415-4B33-951E-7B2572E7E7B7}" type="pres">
      <dgm:prSet presAssocID="{794FDB9C-1080-4774-BBA3-559C634B72EA}" presName="lineArrowNode" presStyleLbl="alignNode1" presStyleIdx="13" presStyleCnt="15"/>
      <dgm:spPr/>
    </dgm:pt>
    <dgm:pt modelId="{EEA3CAD3-E6FD-4C84-9CEF-BA1007C5D560}" type="pres">
      <dgm:prSet presAssocID="{656B3F8F-18D8-43CC-85C1-ADF49463BF3D}" presName="sibTransNodeCircle" presStyleLbl="alignNode1" presStyleIdx="14" presStyleCnt="15">
        <dgm:presLayoutVars>
          <dgm:chMax val="0"/>
          <dgm:bulletEnabled/>
        </dgm:presLayoutVars>
      </dgm:prSet>
      <dgm:spPr/>
    </dgm:pt>
    <dgm:pt modelId="{6FD65859-05BF-45F6-BA1E-1433B972D029}" type="pres">
      <dgm:prSet presAssocID="{656B3F8F-18D8-43CC-85C1-ADF49463BF3D}" presName="spacerBetweenCircleAndCallout" presStyleCnt="0">
        <dgm:presLayoutVars/>
      </dgm:prSet>
      <dgm:spPr/>
    </dgm:pt>
    <dgm:pt modelId="{00C9E632-2126-4163-BB61-1F5727FC2E91}" type="pres">
      <dgm:prSet presAssocID="{656B3F8F-18D8-43CC-85C1-ADF49463BF3D}" presName="verticalConnector" presStyleLbl="alignAccFollowNode1" presStyleIdx="4" presStyleCnt="5"/>
      <dgm:spPr/>
    </dgm:pt>
    <dgm:pt modelId="{F36B4385-5B9F-45E2-9D88-CFDFA1E4D000}" type="pres">
      <dgm:prSet presAssocID="{794FDB9C-1080-4774-BBA3-559C634B72EA}" presName="nodeText" presStyleLbl="fgAcc1" presStyleIdx="4" presStyleCnt="5">
        <dgm:presLayoutVars>
          <dgm:bulletEnabled val="1"/>
        </dgm:presLayoutVars>
      </dgm:prSet>
      <dgm:spPr/>
    </dgm:pt>
  </dgm:ptLst>
  <dgm:cxnLst>
    <dgm:cxn modelId="{74704915-622A-452A-9942-325DD78DA143}" type="presOf" srcId="{EDEA7073-C7CA-458B-B63E-B4C03B3C5F72}" destId="{C914F962-AE54-4DFD-9E29-39C6F81946FF}" srcOrd="0" destOrd="1" presId="urn:microsoft.com/office/officeart/2024/layout/NumberedLinearArrowProcess#1"/>
    <dgm:cxn modelId="{5869711D-8856-471F-ACA2-BE594EFC61C5}" srcId="{95F28933-FFA1-4B48-B8E0-3968F003B1D3}" destId="{7F02F56B-FAF3-48D2-A573-6895592F3E57}" srcOrd="0" destOrd="0" parTransId="{9069FB14-1D19-4B2B-BC13-A9405C0D5799}" sibTransId="{AB520D23-E954-4622-A1C8-783812A3FCEE}"/>
    <dgm:cxn modelId="{B276711F-18E4-43CA-9FD4-05203BE9A1E8}" type="presOf" srcId="{2E51214E-7920-412B-9401-6DC15E6DB656}" destId="{E5802C30-DAE3-44CA-BC98-71A445A08874}" srcOrd="0" destOrd="1" presId="urn:microsoft.com/office/officeart/2024/layout/NumberedLinearArrowProcess#1"/>
    <dgm:cxn modelId="{7B1F4224-A0F5-4BB5-A644-37F0E8B8D1D9}" type="presOf" srcId="{54716747-DC5F-421E-9638-405ED5403F9F}" destId="{87D77621-43C4-4372-8291-FF9F05710E97}" srcOrd="0" destOrd="0" presId="urn:microsoft.com/office/officeart/2024/layout/NumberedLinearArrowProcess#1"/>
    <dgm:cxn modelId="{528C1C35-69F6-4ED3-B0E3-44EC98595635}" type="presOf" srcId="{E608CB10-1FFB-4DD9-B158-A00DD8369B81}" destId="{BF32D6BD-2495-43FE-8B8E-A348E6321C95}" srcOrd="0" destOrd="0" presId="urn:microsoft.com/office/officeart/2024/layout/NumberedLinearArrowProcess#1"/>
    <dgm:cxn modelId="{D29DFF3D-3355-4196-85BB-C847D5DC5226}" type="presOf" srcId="{34FB3193-A290-4EF2-8DE7-7B5246D4673D}" destId="{C4CB978C-8AFC-4B3E-9CD6-CEC410C8DC9C}" srcOrd="0" destOrd="1" presId="urn:microsoft.com/office/officeart/2024/layout/NumberedLinearArrowProcess#1"/>
    <dgm:cxn modelId="{FF1C325E-6E28-40EF-918B-6CA685EFCFD1}" type="presOf" srcId="{7F02F56B-FAF3-48D2-A573-6895592F3E57}" destId="{BA8B92B8-6865-45E3-A48B-25421E9ED6F2}" srcOrd="0" destOrd="0" presId="urn:microsoft.com/office/officeart/2024/layout/NumberedLinearArrowProcess#1"/>
    <dgm:cxn modelId="{6838C063-D98D-420C-A5BD-556909D7E352}" type="presOf" srcId="{AB520D23-E954-4622-A1C8-783812A3FCEE}" destId="{768A715B-6C0D-4803-97D3-29475DF0B818}" srcOrd="0" destOrd="0" presId="urn:microsoft.com/office/officeart/2024/layout/NumberedLinearArrowProcess#1"/>
    <dgm:cxn modelId="{9B7FEB48-BAE6-4BA3-8ECB-EDF3542D2C43}" type="presOf" srcId="{656B3F8F-18D8-43CC-85C1-ADF49463BF3D}" destId="{EEA3CAD3-E6FD-4C84-9CEF-BA1007C5D560}" srcOrd="0" destOrd="0" presId="urn:microsoft.com/office/officeart/2024/layout/NumberedLinearArrowProcess#1"/>
    <dgm:cxn modelId="{8DA95F69-F653-45B1-A4A7-D55010120849}" type="presOf" srcId="{0353D8BC-997A-4E09-83FE-7C40993711A5}" destId="{F36B4385-5B9F-45E2-9D88-CFDFA1E4D000}" srcOrd="0" destOrd="1" presId="urn:microsoft.com/office/officeart/2024/layout/NumberedLinearArrowProcess#1"/>
    <dgm:cxn modelId="{656FE44F-F163-4AD4-8865-59E22A368BF4}" type="presOf" srcId="{5011538E-B1EE-4220-8D88-CD00D3EB514D}" destId="{D2B094FB-7BFF-4C14-A448-C535D4910E6B}" srcOrd="0" destOrd="1" presId="urn:microsoft.com/office/officeart/2024/layout/NumberedLinearArrowProcess#1"/>
    <dgm:cxn modelId="{249A0472-4A92-4731-ABDF-74347143211A}" srcId="{F90FE567-3670-485A-A009-4948F6565067}" destId="{2E51214E-7920-412B-9401-6DC15E6DB656}" srcOrd="0" destOrd="0" parTransId="{6E96E034-42D9-4F7A-9DB5-AF76EC3C3514}" sibTransId="{3665F04A-4207-4325-A3E7-DF291B5E0D6B}"/>
    <dgm:cxn modelId="{5B121179-090B-451E-9245-539CA42F9F59}" srcId="{E9D476C2-0521-4B84-912F-6818B347CE39}" destId="{34FB3193-A290-4EF2-8DE7-7B5246D4673D}" srcOrd="0" destOrd="0" parTransId="{589A65C0-EABD-4D61-B40F-094706A400AF}" sibTransId="{0A8DD79A-E8EE-45EB-B99A-34D4E0D6457D}"/>
    <dgm:cxn modelId="{0EEBD281-DAEF-4238-81D6-4E3BEB98E7E0}" type="presOf" srcId="{95F28933-FFA1-4B48-B8E0-3968F003B1D3}" destId="{1D5458C7-5780-4EFF-965A-CB6A90C17078}" srcOrd="0" destOrd="0" presId="urn:microsoft.com/office/officeart/2024/layout/NumberedLinearArrowProcess#1"/>
    <dgm:cxn modelId="{BC4D3C84-A417-4F87-A9CE-4F62EB371B25}" type="presOf" srcId="{794FDB9C-1080-4774-BBA3-559C634B72EA}" destId="{F36B4385-5B9F-45E2-9D88-CFDFA1E4D000}" srcOrd="1" destOrd="0" presId="urn:microsoft.com/office/officeart/2024/layout/NumberedLinearArrowProcess#1"/>
    <dgm:cxn modelId="{08733E86-4F80-4792-8F9E-08E175917646}" type="presOf" srcId="{E9D476C2-0521-4B84-912F-6818B347CE39}" destId="{C4CB978C-8AFC-4B3E-9CD6-CEC410C8DC9C}" srcOrd="1" destOrd="0" presId="urn:microsoft.com/office/officeart/2024/layout/NumberedLinearArrowProcess#1"/>
    <dgm:cxn modelId="{79FD4987-4377-460C-8DB4-68D39C1FA3BD}" type="presOf" srcId="{F90FE567-3670-485A-A009-4948F6565067}" destId="{E5802C30-DAE3-44CA-BC98-71A445A08874}" srcOrd="1" destOrd="0" presId="urn:microsoft.com/office/officeart/2024/layout/NumberedLinearArrowProcess#1"/>
    <dgm:cxn modelId="{7135EF9B-D490-4C91-99CF-E8045438C09F}" srcId="{794FDB9C-1080-4774-BBA3-559C634B72EA}" destId="{0353D8BC-997A-4E09-83FE-7C40993711A5}" srcOrd="0" destOrd="0" parTransId="{5CF8332F-544A-4EE7-AF7B-743A4EB47C09}" sibTransId="{A521132F-6BCB-4C9D-BABA-C7797B27DBFA}"/>
    <dgm:cxn modelId="{132357A2-96EB-4759-ADF6-F47A4D526841}" type="presOf" srcId="{7F02F56B-FAF3-48D2-A573-6895592F3E57}" destId="{C914F962-AE54-4DFD-9E29-39C6F81946FF}" srcOrd="1" destOrd="0" presId="urn:microsoft.com/office/officeart/2024/layout/NumberedLinearArrowProcess#1"/>
    <dgm:cxn modelId="{4871FEA9-3B10-43DD-BC29-112FFA7E6E13}" type="presOf" srcId="{794FDB9C-1080-4774-BBA3-559C634B72EA}" destId="{BCF42E15-A415-4B33-951E-7B2572E7E7B7}" srcOrd="0" destOrd="0" presId="urn:microsoft.com/office/officeart/2024/layout/NumberedLinearArrowProcess#1"/>
    <dgm:cxn modelId="{F99CE7BB-9DD6-491A-9B36-C2FF09F26A98}" type="presOf" srcId="{B03D72DD-2B35-443E-BABB-2C6B935E9A21}" destId="{5A174DF2-3E24-4F16-9BAE-CBE7D9A78D5F}" srcOrd="0" destOrd="0" presId="urn:microsoft.com/office/officeart/2024/layout/NumberedLinearArrowProcess#1"/>
    <dgm:cxn modelId="{971AD8C4-6150-4EE8-AE39-D816B5525329}" srcId="{95F28933-FFA1-4B48-B8E0-3968F003B1D3}" destId="{E608CB10-1FFB-4DD9-B158-A00DD8369B81}" srcOrd="2" destOrd="0" parTransId="{A3DCD6C8-EA3E-4C88-A7F7-91A78AD205D0}" sibTransId="{8083694A-CCBC-44CD-B877-B64F0063A8FC}"/>
    <dgm:cxn modelId="{D0165CC9-7088-4CEE-A388-A30F14AE2F53}" type="presOf" srcId="{E9D476C2-0521-4B84-912F-6818B347CE39}" destId="{3C017F01-D890-48BB-B6AC-C6D615F00421}" srcOrd="0" destOrd="0" presId="urn:microsoft.com/office/officeart/2024/layout/NumberedLinearArrowProcess#1"/>
    <dgm:cxn modelId="{B27F7DC9-9C0F-42E1-B02D-39B0B73083D2}" srcId="{95F28933-FFA1-4B48-B8E0-3968F003B1D3}" destId="{F90FE567-3670-485A-A009-4948F6565067}" srcOrd="1" destOrd="0" parTransId="{893973ED-4FD7-4A8D-98CF-3ACF7258B6F8}" sibTransId="{54716747-DC5F-421E-9638-405ED5403F9F}"/>
    <dgm:cxn modelId="{A183F0CB-0C6A-4328-97F2-C0D9189175BB}" type="presOf" srcId="{F90FE567-3670-485A-A009-4948F6565067}" destId="{11929862-8396-4B75-BE69-86CD828D62C1}" srcOrd="0" destOrd="0" presId="urn:microsoft.com/office/officeart/2024/layout/NumberedLinearArrowProcess#1"/>
    <dgm:cxn modelId="{BE2B7DD9-A132-4960-B79C-3BEF3F115AD6}" type="presOf" srcId="{8083694A-CCBC-44CD-B877-B64F0063A8FC}" destId="{AB076A43-7894-4012-B6D7-9725E4989BB5}" srcOrd="0" destOrd="0" presId="urn:microsoft.com/office/officeart/2024/layout/NumberedLinearArrowProcess#1"/>
    <dgm:cxn modelId="{D0EAECDB-3E69-4F70-A79A-025BD7B3CC3C}" srcId="{95F28933-FFA1-4B48-B8E0-3968F003B1D3}" destId="{794FDB9C-1080-4774-BBA3-559C634B72EA}" srcOrd="4" destOrd="0" parTransId="{29C5CEAA-6DBB-43F0-B41B-B90744C6D1BF}" sibTransId="{656B3F8F-18D8-43CC-85C1-ADF49463BF3D}"/>
    <dgm:cxn modelId="{692F13E5-D3AC-4C18-9251-D5918A99E377}" srcId="{95F28933-FFA1-4B48-B8E0-3968F003B1D3}" destId="{E9D476C2-0521-4B84-912F-6818B347CE39}" srcOrd="3" destOrd="0" parTransId="{55359F43-E44E-413C-8774-F726D716F46F}" sibTransId="{B03D72DD-2B35-443E-BABB-2C6B935E9A21}"/>
    <dgm:cxn modelId="{0A3F25E5-FF4A-4E8D-A14B-2D7CD2372875}" srcId="{7F02F56B-FAF3-48D2-A573-6895592F3E57}" destId="{EDEA7073-C7CA-458B-B63E-B4C03B3C5F72}" srcOrd="0" destOrd="0" parTransId="{56A25E52-9C7C-423A-B3E6-7AB0583051DD}" sibTransId="{5CFF0533-362B-4DD1-AD0D-6A946AEFB9CD}"/>
    <dgm:cxn modelId="{46F5CEF3-6E78-4EDA-B890-5A7750211A6C}" srcId="{E608CB10-1FFB-4DD9-B158-A00DD8369B81}" destId="{5011538E-B1EE-4220-8D88-CD00D3EB514D}" srcOrd="0" destOrd="0" parTransId="{82D3B1E7-7675-4405-A2D5-73312E93A152}" sibTransId="{7F498BBC-16B4-46C2-AEB7-2B12B268ED93}"/>
    <dgm:cxn modelId="{4094EAF8-4324-484A-A0CE-F6DC602F9CA9}" type="presOf" srcId="{E608CB10-1FFB-4DD9-B158-A00DD8369B81}" destId="{D2B094FB-7BFF-4C14-A448-C535D4910E6B}" srcOrd="1" destOrd="0" presId="urn:microsoft.com/office/officeart/2024/layout/NumberedLinearArrowProcess#1"/>
    <dgm:cxn modelId="{4241CA64-D044-4559-AFF1-EFC58707B4D6}" type="presParOf" srcId="{1D5458C7-5780-4EFF-965A-CB6A90C17078}" destId="{42C7BD61-5854-4734-9022-2CEE3A3B957C}" srcOrd="0" destOrd="0" presId="urn:microsoft.com/office/officeart/2024/layout/NumberedLinearArrowProcess#1"/>
    <dgm:cxn modelId="{BF95A5A0-5018-4E5E-BE64-E1BE63084D0D}" type="presParOf" srcId="{42C7BD61-5854-4734-9022-2CEE3A3B957C}" destId="{FC1ACFCC-9479-4D2A-86BE-E6ABEF62CF86}" srcOrd="0" destOrd="0" presId="urn:microsoft.com/office/officeart/2024/layout/NumberedLinearArrowProcess#1"/>
    <dgm:cxn modelId="{33B17C0A-5405-49A4-8534-1B2D121A1796}" type="presParOf" srcId="{42C7BD61-5854-4734-9022-2CEE3A3B957C}" destId="{31C70F7E-CDDE-4FD2-ACDA-7BB40BD783B0}" srcOrd="1" destOrd="0" presId="urn:microsoft.com/office/officeart/2024/layout/NumberedLinearArrowProcess#1"/>
    <dgm:cxn modelId="{AE6D3B6C-A4E5-4F9E-AEED-F3500F03B2B6}" type="presParOf" srcId="{31C70F7E-CDDE-4FD2-ACDA-7BB40BD783B0}" destId="{88C640B4-F120-4C72-95BF-C5C67BAE9B87}" srcOrd="0" destOrd="0" presId="urn:microsoft.com/office/officeart/2024/layout/NumberedLinearArrowProcess#1"/>
    <dgm:cxn modelId="{2A59EE32-CC46-432D-A372-CF988BEAE587}" type="presParOf" srcId="{31C70F7E-CDDE-4FD2-ACDA-7BB40BD783B0}" destId="{BA8B92B8-6865-45E3-A48B-25421E9ED6F2}" srcOrd="1" destOrd="0" presId="urn:microsoft.com/office/officeart/2024/layout/NumberedLinearArrowProcess#1"/>
    <dgm:cxn modelId="{D02689E1-4295-4F9B-9374-73438A89280B}" type="presParOf" srcId="{31C70F7E-CDDE-4FD2-ACDA-7BB40BD783B0}" destId="{768A715B-6C0D-4803-97D3-29475DF0B818}" srcOrd="2" destOrd="0" presId="urn:microsoft.com/office/officeart/2024/layout/NumberedLinearArrowProcess#1"/>
    <dgm:cxn modelId="{65F96311-CBA4-4897-9633-A89568329BA4}" type="presParOf" srcId="{31C70F7E-CDDE-4FD2-ACDA-7BB40BD783B0}" destId="{AF733DF5-1E44-4BB4-80A5-51041FB23B42}" srcOrd="3" destOrd="0" presId="urn:microsoft.com/office/officeart/2024/layout/NumberedLinearArrowProcess#1"/>
    <dgm:cxn modelId="{61FBBD0F-30F5-4886-BDCF-39C48F68BF2C}" type="presParOf" srcId="{31C70F7E-CDDE-4FD2-ACDA-7BB40BD783B0}" destId="{0EA1C80B-DA17-4DFB-AA06-4F9E13260281}" srcOrd="4" destOrd="0" presId="urn:microsoft.com/office/officeart/2024/layout/NumberedLinearArrowProcess#1"/>
    <dgm:cxn modelId="{3F7EDA9E-EABE-4E0A-AC97-007B56E58C75}" type="presParOf" srcId="{42C7BD61-5854-4734-9022-2CEE3A3B957C}" destId="{C914F962-AE54-4DFD-9E29-39C6F81946FF}" srcOrd="2" destOrd="0" presId="urn:microsoft.com/office/officeart/2024/layout/NumberedLinearArrowProcess#1"/>
    <dgm:cxn modelId="{FFB13029-D595-4282-A01A-70AF57769D99}" type="presParOf" srcId="{1D5458C7-5780-4EFF-965A-CB6A90C17078}" destId="{559558CF-3796-4CE7-A9AE-B83482083553}" srcOrd="1" destOrd="0" presId="urn:microsoft.com/office/officeart/2024/layout/NumberedLinearArrowProcess#1"/>
    <dgm:cxn modelId="{33470080-F829-48A1-93BF-0B5A2F9E8A41}" type="presParOf" srcId="{1D5458C7-5780-4EFF-965A-CB6A90C17078}" destId="{FA16FE5E-8226-4737-A452-1295C7B3CF4C}" srcOrd="2" destOrd="0" presId="urn:microsoft.com/office/officeart/2024/layout/NumberedLinearArrowProcess#1"/>
    <dgm:cxn modelId="{E209A30D-8BF6-4FA3-97E4-7A1DD977B455}" type="presParOf" srcId="{FA16FE5E-8226-4737-A452-1295C7B3CF4C}" destId="{DBC1F624-8E3D-4C85-B23E-A7EEA885B811}" srcOrd="0" destOrd="0" presId="urn:microsoft.com/office/officeart/2024/layout/NumberedLinearArrowProcess#1"/>
    <dgm:cxn modelId="{B2D9211C-E22C-403A-A428-E5A707CFD3AA}" type="presParOf" srcId="{FA16FE5E-8226-4737-A452-1295C7B3CF4C}" destId="{CCD64689-630A-41AD-B9F7-C22C38EFB449}" srcOrd="1" destOrd="0" presId="urn:microsoft.com/office/officeart/2024/layout/NumberedLinearArrowProcess#1"/>
    <dgm:cxn modelId="{23DAEFCA-336B-4A32-855E-CD1859629E26}" type="presParOf" srcId="{CCD64689-630A-41AD-B9F7-C22C38EFB449}" destId="{85DDF3FA-D833-4829-BAEF-74C6DCDE0FFA}" srcOrd="0" destOrd="0" presId="urn:microsoft.com/office/officeart/2024/layout/NumberedLinearArrowProcess#1"/>
    <dgm:cxn modelId="{7FD2B432-F2CC-4D90-8747-41A37BB84A9E}" type="presParOf" srcId="{CCD64689-630A-41AD-B9F7-C22C38EFB449}" destId="{11929862-8396-4B75-BE69-86CD828D62C1}" srcOrd="1" destOrd="0" presId="urn:microsoft.com/office/officeart/2024/layout/NumberedLinearArrowProcess#1"/>
    <dgm:cxn modelId="{0745E16A-A1B6-4EF2-8340-4EF5B20DD4E5}" type="presParOf" srcId="{CCD64689-630A-41AD-B9F7-C22C38EFB449}" destId="{87D77621-43C4-4372-8291-FF9F05710E97}" srcOrd="2" destOrd="0" presId="urn:microsoft.com/office/officeart/2024/layout/NumberedLinearArrowProcess#1"/>
    <dgm:cxn modelId="{16D4724C-686C-4C57-A80C-5DFAC5BE10DD}" type="presParOf" srcId="{CCD64689-630A-41AD-B9F7-C22C38EFB449}" destId="{F5F40010-A939-4F37-92A5-148CB7C9E56E}" srcOrd="3" destOrd="0" presId="urn:microsoft.com/office/officeart/2024/layout/NumberedLinearArrowProcess#1"/>
    <dgm:cxn modelId="{5D613D18-35F3-4587-8079-CE16CA91726D}" type="presParOf" srcId="{CCD64689-630A-41AD-B9F7-C22C38EFB449}" destId="{F3C373DD-9DE3-4450-B1D4-1DE6CE9FB9C7}" srcOrd="4" destOrd="0" presId="urn:microsoft.com/office/officeart/2024/layout/NumberedLinearArrowProcess#1"/>
    <dgm:cxn modelId="{A78A5B2A-B274-4958-898D-97F4065A416D}" type="presParOf" srcId="{FA16FE5E-8226-4737-A452-1295C7B3CF4C}" destId="{E5802C30-DAE3-44CA-BC98-71A445A08874}" srcOrd="2" destOrd="0" presId="urn:microsoft.com/office/officeart/2024/layout/NumberedLinearArrowProcess#1"/>
    <dgm:cxn modelId="{8DD0423A-DE6D-464F-8E37-E79813906378}" type="presParOf" srcId="{1D5458C7-5780-4EFF-965A-CB6A90C17078}" destId="{B95B3EB1-AC87-4756-BC46-4D4C2624412D}" srcOrd="3" destOrd="0" presId="urn:microsoft.com/office/officeart/2024/layout/NumberedLinearArrowProcess#1"/>
    <dgm:cxn modelId="{634BE7E1-CBEC-43DC-9104-4F47B2E3FECA}" type="presParOf" srcId="{1D5458C7-5780-4EFF-965A-CB6A90C17078}" destId="{CFE19718-50B1-4C10-82BD-1C56030B434B}" srcOrd="4" destOrd="0" presId="urn:microsoft.com/office/officeart/2024/layout/NumberedLinearArrowProcess#1"/>
    <dgm:cxn modelId="{52556F87-50A1-4DB0-8AD5-46A3201C3686}" type="presParOf" srcId="{CFE19718-50B1-4C10-82BD-1C56030B434B}" destId="{4863ACD0-7AC6-45AC-A40B-F8F9F10FDD36}" srcOrd="0" destOrd="0" presId="urn:microsoft.com/office/officeart/2024/layout/NumberedLinearArrowProcess#1"/>
    <dgm:cxn modelId="{42AAB58C-BCAD-482D-BE08-9647F484791C}" type="presParOf" srcId="{CFE19718-50B1-4C10-82BD-1C56030B434B}" destId="{EE0F236F-CB1B-4B35-94FB-63BEE3177ABB}" srcOrd="1" destOrd="0" presId="urn:microsoft.com/office/officeart/2024/layout/NumberedLinearArrowProcess#1"/>
    <dgm:cxn modelId="{448B9824-DAE2-4D0D-B4D5-015C709AA4C4}" type="presParOf" srcId="{EE0F236F-CB1B-4B35-94FB-63BEE3177ABB}" destId="{7B99266E-E319-469B-B826-FD87D066F793}" srcOrd="0" destOrd="0" presId="urn:microsoft.com/office/officeart/2024/layout/NumberedLinearArrowProcess#1"/>
    <dgm:cxn modelId="{356FDD56-F92F-4A02-AB17-1A658EB1A603}" type="presParOf" srcId="{EE0F236F-CB1B-4B35-94FB-63BEE3177ABB}" destId="{BF32D6BD-2495-43FE-8B8E-A348E6321C95}" srcOrd="1" destOrd="0" presId="urn:microsoft.com/office/officeart/2024/layout/NumberedLinearArrowProcess#1"/>
    <dgm:cxn modelId="{1C209F9E-AED9-4E17-AEFA-D69DEDB5B00D}" type="presParOf" srcId="{EE0F236F-CB1B-4B35-94FB-63BEE3177ABB}" destId="{AB076A43-7894-4012-B6D7-9725E4989BB5}" srcOrd="2" destOrd="0" presId="urn:microsoft.com/office/officeart/2024/layout/NumberedLinearArrowProcess#1"/>
    <dgm:cxn modelId="{4E72EFC7-9D69-4654-A44D-CD32E0FE5448}" type="presParOf" srcId="{EE0F236F-CB1B-4B35-94FB-63BEE3177ABB}" destId="{3C1394C6-9CBB-4811-B932-407E37945DF7}" srcOrd="3" destOrd="0" presId="urn:microsoft.com/office/officeart/2024/layout/NumberedLinearArrowProcess#1"/>
    <dgm:cxn modelId="{54B7E4F0-B339-4E10-BA2C-69D487284486}" type="presParOf" srcId="{EE0F236F-CB1B-4B35-94FB-63BEE3177ABB}" destId="{3D41151B-7EDE-4095-9B9E-11337420FBBE}" srcOrd="4" destOrd="0" presId="urn:microsoft.com/office/officeart/2024/layout/NumberedLinearArrowProcess#1"/>
    <dgm:cxn modelId="{3A130F7E-687F-419A-885F-9FDB06B725C4}" type="presParOf" srcId="{CFE19718-50B1-4C10-82BD-1C56030B434B}" destId="{D2B094FB-7BFF-4C14-A448-C535D4910E6B}" srcOrd="2" destOrd="0" presId="urn:microsoft.com/office/officeart/2024/layout/NumberedLinearArrowProcess#1"/>
    <dgm:cxn modelId="{C3C107C6-13E1-4ECA-8D81-C49573F036EB}" type="presParOf" srcId="{1D5458C7-5780-4EFF-965A-CB6A90C17078}" destId="{58C1D6B0-4702-40BA-B620-75D23C8F96E9}" srcOrd="5" destOrd="0" presId="urn:microsoft.com/office/officeart/2024/layout/NumberedLinearArrowProcess#1"/>
    <dgm:cxn modelId="{4FBF3F51-C5E1-41F8-90E2-0048416C7AAB}" type="presParOf" srcId="{1D5458C7-5780-4EFF-965A-CB6A90C17078}" destId="{5CAC457A-E771-47DF-ACEA-A53AA62B0209}" srcOrd="6" destOrd="0" presId="urn:microsoft.com/office/officeart/2024/layout/NumberedLinearArrowProcess#1"/>
    <dgm:cxn modelId="{F907FB8E-3405-4F1B-B7F2-D2D7D0294EA3}" type="presParOf" srcId="{5CAC457A-E771-47DF-ACEA-A53AA62B0209}" destId="{89E3D8BB-A03B-455B-8BE0-58948C6D4059}" srcOrd="0" destOrd="0" presId="urn:microsoft.com/office/officeart/2024/layout/NumberedLinearArrowProcess#1"/>
    <dgm:cxn modelId="{72A33690-8F0D-4E7D-B6C4-9789F200D125}" type="presParOf" srcId="{5CAC457A-E771-47DF-ACEA-A53AA62B0209}" destId="{45B5B8C6-CB86-456F-9D41-6EA15AC4331B}" srcOrd="1" destOrd="0" presId="urn:microsoft.com/office/officeart/2024/layout/NumberedLinearArrowProcess#1"/>
    <dgm:cxn modelId="{A26E536E-D897-4C78-AF14-2761DA22F71A}" type="presParOf" srcId="{45B5B8C6-CB86-456F-9D41-6EA15AC4331B}" destId="{C2BE3DDC-F727-40EE-AC5E-D56807312E95}" srcOrd="0" destOrd="0" presId="urn:microsoft.com/office/officeart/2024/layout/NumberedLinearArrowProcess#1"/>
    <dgm:cxn modelId="{ACBDDF92-E0BB-4298-A8DA-BEF9EFE489DC}" type="presParOf" srcId="{45B5B8C6-CB86-456F-9D41-6EA15AC4331B}" destId="{3C017F01-D890-48BB-B6AC-C6D615F00421}" srcOrd="1" destOrd="0" presId="urn:microsoft.com/office/officeart/2024/layout/NumberedLinearArrowProcess#1"/>
    <dgm:cxn modelId="{B2B4CBD4-65B0-4B0D-962A-D6B64AF2E56D}" type="presParOf" srcId="{45B5B8C6-CB86-456F-9D41-6EA15AC4331B}" destId="{5A174DF2-3E24-4F16-9BAE-CBE7D9A78D5F}" srcOrd="2" destOrd="0" presId="urn:microsoft.com/office/officeart/2024/layout/NumberedLinearArrowProcess#1"/>
    <dgm:cxn modelId="{EB5E3020-3659-470B-AF8A-AE540A7615F3}" type="presParOf" srcId="{45B5B8C6-CB86-456F-9D41-6EA15AC4331B}" destId="{1DEC962F-4DDF-4EF6-BB5E-B5F464B77B44}" srcOrd="3" destOrd="0" presId="urn:microsoft.com/office/officeart/2024/layout/NumberedLinearArrowProcess#1"/>
    <dgm:cxn modelId="{129275CA-2D43-445B-9850-E6E7B54A045A}" type="presParOf" srcId="{45B5B8C6-CB86-456F-9D41-6EA15AC4331B}" destId="{EC99CFF3-8DB3-4ACB-BA5D-3AC297009B11}" srcOrd="4" destOrd="0" presId="urn:microsoft.com/office/officeart/2024/layout/NumberedLinearArrowProcess#1"/>
    <dgm:cxn modelId="{EAF60A9F-534E-4EE3-A445-8E4407DE8B23}" type="presParOf" srcId="{5CAC457A-E771-47DF-ACEA-A53AA62B0209}" destId="{C4CB978C-8AFC-4B3E-9CD6-CEC410C8DC9C}" srcOrd="2" destOrd="0" presId="urn:microsoft.com/office/officeart/2024/layout/NumberedLinearArrowProcess#1"/>
    <dgm:cxn modelId="{43BD2FF6-5E3E-4EA8-A9D7-B01F07C6A6F6}" type="presParOf" srcId="{1D5458C7-5780-4EFF-965A-CB6A90C17078}" destId="{D5337665-AAFF-4679-8DDC-6FCC136F5729}" srcOrd="7" destOrd="0" presId="urn:microsoft.com/office/officeart/2024/layout/NumberedLinearArrowProcess#1"/>
    <dgm:cxn modelId="{342D8E4A-2CC5-4472-AE88-E2BED86EDF95}" type="presParOf" srcId="{1D5458C7-5780-4EFF-965A-CB6A90C17078}" destId="{5905B6EB-E4EF-4F24-8813-EAC988318658}" srcOrd="8" destOrd="0" presId="urn:microsoft.com/office/officeart/2024/layout/NumberedLinearArrowProcess#1"/>
    <dgm:cxn modelId="{DD957C56-28FE-4DD2-8ED5-7C31699E7C14}" type="presParOf" srcId="{5905B6EB-E4EF-4F24-8813-EAC988318658}" destId="{D2D43CB9-F74B-406A-9CAA-7DD7E0FAEA1F}" srcOrd="0" destOrd="0" presId="urn:microsoft.com/office/officeart/2024/layout/NumberedLinearArrowProcess#1"/>
    <dgm:cxn modelId="{996EC31F-36B8-4404-87EB-0D554B3E30C2}" type="presParOf" srcId="{5905B6EB-E4EF-4F24-8813-EAC988318658}" destId="{CD4281A0-F5F3-43DF-93A8-316346B69AB9}" srcOrd="1" destOrd="0" presId="urn:microsoft.com/office/officeart/2024/layout/NumberedLinearArrowProcess#1"/>
    <dgm:cxn modelId="{56BD422B-D7EF-4616-81D0-0B489EE9B74C}" type="presParOf" srcId="{CD4281A0-F5F3-43DF-93A8-316346B69AB9}" destId="{FAC7C639-4DE0-4F9B-8898-C95A5FC60A07}" srcOrd="0" destOrd="0" presId="urn:microsoft.com/office/officeart/2024/layout/NumberedLinearArrowProcess#1"/>
    <dgm:cxn modelId="{478751B0-CE9A-4F15-97C2-07C5A89C7528}" type="presParOf" srcId="{CD4281A0-F5F3-43DF-93A8-316346B69AB9}" destId="{BCF42E15-A415-4B33-951E-7B2572E7E7B7}" srcOrd="1" destOrd="0" presId="urn:microsoft.com/office/officeart/2024/layout/NumberedLinearArrowProcess#1"/>
    <dgm:cxn modelId="{7076374E-675B-4D50-97F9-91DD4CE42CA6}" type="presParOf" srcId="{CD4281A0-F5F3-43DF-93A8-316346B69AB9}" destId="{EEA3CAD3-E6FD-4C84-9CEF-BA1007C5D560}" srcOrd="2" destOrd="0" presId="urn:microsoft.com/office/officeart/2024/layout/NumberedLinearArrowProcess#1"/>
    <dgm:cxn modelId="{CE7E47F4-04CF-482A-AB96-6D6B7381A53C}" type="presParOf" srcId="{CD4281A0-F5F3-43DF-93A8-316346B69AB9}" destId="{6FD65859-05BF-45F6-BA1E-1433B972D029}" srcOrd="3" destOrd="0" presId="urn:microsoft.com/office/officeart/2024/layout/NumberedLinearArrowProcess#1"/>
    <dgm:cxn modelId="{6C99FA3D-B781-4E98-8FE6-745DB11455D1}" type="presParOf" srcId="{CD4281A0-F5F3-43DF-93A8-316346B69AB9}" destId="{00C9E632-2126-4163-BB61-1F5727FC2E91}" srcOrd="4" destOrd="0" presId="urn:microsoft.com/office/officeart/2024/layout/NumberedLinearArrowProcess#1"/>
    <dgm:cxn modelId="{761918C0-6B43-4EFA-8A4F-2C662C20F532}" type="presParOf" srcId="{5905B6EB-E4EF-4F24-8813-EAC988318658}" destId="{F36B4385-5B9F-45E2-9D88-CFDFA1E4D000}" srcOrd="2" destOrd="0" presId="urn:microsoft.com/office/officeart/2024/layout/NumberedLinearArrowProcess#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F2751C-EE07-4C06-81B2-A5318FFA671F}" type="doc">
      <dgm:prSet loTypeId="urn:microsoft.com/office/officeart/2005/8/layout/target3" loCatId="list" qsTypeId="urn:microsoft.com/office/officeart/2005/8/quickstyle/simple1" qsCatId="simple" csTypeId="urn:microsoft.com/office/officeart/2005/8/colors/colorful1" csCatId="colorful" phldr="1"/>
      <dgm:spPr/>
      <dgm:t>
        <a:bodyPr/>
        <a:lstStyle/>
        <a:p>
          <a:endParaRPr lang="en-IN"/>
        </a:p>
      </dgm:t>
    </dgm:pt>
    <dgm:pt modelId="{8FA35F55-6B26-443D-A9C8-C7A58D0DD585}">
      <dgm:prSet phldrT="[Text]"/>
      <dgm:spPr/>
      <dgm:t>
        <a:bodyPr/>
        <a:lstStyle/>
        <a:p>
          <a:pPr>
            <a:buNone/>
          </a:pPr>
          <a:r>
            <a:rPr lang="en-IN" dirty="0"/>
            <a:t>Testing Performed</a:t>
          </a:r>
        </a:p>
      </dgm:t>
    </dgm:pt>
    <dgm:pt modelId="{9B12818E-8DCB-45EE-8E7B-063F529D6229}" type="parTrans" cxnId="{4C544E6C-4954-410F-9F03-2D9A5F5B52B9}">
      <dgm:prSet/>
      <dgm:spPr/>
      <dgm:t>
        <a:bodyPr/>
        <a:lstStyle/>
        <a:p>
          <a:endParaRPr lang="en-IN"/>
        </a:p>
      </dgm:t>
    </dgm:pt>
    <dgm:pt modelId="{B0A4EB74-FE4E-4BBC-B8E4-AC8A5793E06C}" type="sibTrans" cxnId="{4C544E6C-4954-410F-9F03-2D9A5F5B52B9}">
      <dgm:prSet/>
      <dgm:spPr/>
      <dgm:t>
        <a:bodyPr/>
        <a:lstStyle/>
        <a:p>
          <a:endParaRPr lang="en-IN"/>
        </a:p>
      </dgm:t>
    </dgm:pt>
    <dgm:pt modelId="{24B78369-B75B-47F0-ACF1-64889F3992C7}">
      <dgm:prSet phldrT="[Text]"/>
      <dgm:spPr/>
      <dgm:t>
        <a:bodyPr/>
        <a:lstStyle/>
        <a:p>
          <a:pPr>
            <a:buFont typeface="Arial" panose="020B0604020202020204" pitchFamily="34" charset="0"/>
            <a:buChar char="•"/>
          </a:pPr>
          <a:r>
            <a:rPr lang="en-IN" dirty="0"/>
            <a:t>Connectivity Testing</a:t>
          </a:r>
        </a:p>
      </dgm:t>
    </dgm:pt>
    <dgm:pt modelId="{206B61F6-7E27-47FC-A3AC-71B5366DE2AC}" type="parTrans" cxnId="{A80B5A3B-6F01-4C72-9AFE-B61D7DA134DF}">
      <dgm:prSet/>
      <dgm:spPr/>
      <dgm:t>
        <a:bodyPr/>
        <a:lstStyle/>
        <a:p>
          <a:endParaRPr lang="en-IN"/>
        </a:p>
      </dgm:t>
    </dgm:pt>
    <dgm:pt modelId="{73EDB41C-DC0D-4BE2-81FE-8E950602C56D}" type="sibTrans" cxnId="{A80B5A3B-6F01-4C72-9AFE-B61D7DA134DF}">
      <dgm:prSet/>
      <dgm:spPr/>
      <dgm:t>
        <a:bodyPr/>
        <a:lstStyle/>
        <a:p>
          <a:endParaRPr lang="en-IN"/>
        </a:p>
      </dgm:t>
    </dgm:pt>
    <dgm:pt modelId="{C8155DF1-5D45-44A8-B395-C0ECDFDACD79}">
      <dgm:prSet phldrT="[Text]"/>
      <dgm:spPr/>
      <dgm:t>
        <a:bodyPr/>
        <a:lstStyle/>
        <a:p>
          <a:pPr>
            <a:buNone/>
          </a:pPr>
          <a:r>
            <a:rPr lang="en-IN" dirty="0"/>
            <a:t>Results</a:t>
          </a:r>
        </a:p>
      </dgm:t>
    </dgm:pt>
    <dgm:pt modelId="{27A45517-8B31-4204-AC23-A14F89970DA8}" type="parTrans" cxnId="{EB646FA2-9BBA-4CF7-8F03-69EB687BB386}">
      <dgm:prSet/>
      <dgm:spPr/>
      <dgm:t>
        <a:bodyPr/>
        <a:lstStyle/>
        <a:p>
          <a:endParaRPr lang="en-IN"/>
        </a:p>
      </dgm:t>
    </dgm:pt>
    <dgm:pt modelId="{413D86D0-7A57-41D5-AFD0-5991BE6F42D3}" type="sibTrans" cxnId="{EB646FA2-9BBA-4CF7-8F03-69EB687BB386}">
      <dgm:prSet/>
      <dgm:spPr/>
      <dgm:t>
        <a:bodyPr/>
        <a:lstStyle/>
        <a:p>
          <a:endParaRPr lang="en-IN"/>
        </a:p>
      </dgm:t>
    </dgm:pt>
    <dgm:pt modelId="{0167DE40-12D1-4720-8978-AC3B21A0025C}">
      <dgm:prSet phldrT="[Text]"/>
      <dgm:spPr/>
      <dgm:t>
        <a:bodyPr/>
        <a:lstStyle/>
        <a:p>
          <a:pPr>
            <a:buFont typeface="Arial" panose="020B0604020202020204" pitchFamily="34" charset="0"/>
            <a:buChar char="•"/>
          </a:pPr>
          <a:r>
            <a:rPr lang="en-IN" dirty="0"/>
            <a:t>Improved scalability</a:t>
          </a:r>
        </a:p>
      </dgm:t>
    </dgm:pt>
    <dgm:pt modelId="{5E462170-9380-468D-B663-852CC1B22E52}" type="parTrans" cxnId="{12BCB601-7C97-4E60-B287-25E2BED148A0}">
      <dgm:prSet/>
      <dgm:spPr/>
      <dgm:t>
        <a:bodyPr/>
        <a:lstStyle/>
        <a:p>
          <a:endParaRPr lang="en-IN"/>
        </a:p>
      </dgm:t>
    </dgm:pt>
    <dgm:pt modelId="{6ED288A6-8747-4CF6-BE49-3B50CA7E27FE}" type="sibTrans" cxnId="{12BCB601-7C97-4E60-B287-25E2BED148A0}">
      <dgm:prSet/>
      <dgm:spPr/>
      <dgm:t>
        <a:bodyPr/>
        <a:lstStyle/>
        <a:p>
          <a:endParaRPr lang="en-IN"/>
        </a:p>
      </dgm:t>
    </dgm:pt>
    <dgm:pt modelId="{1F5F5FA9-1EB7-4B1D-A9A7-266D6DD76498}">
      <dgm:prSet phldrT="[Text]"/>
      <dgm:spPr/>
      <dgm:t>
        <a:bodyPr/>
        <a:lstStyle/>
        <a:p>
          <a:pPr>
            <a:buFont typeface="Arial" panose="020B0604020202020204" pitchFamily="34" charset="0"/>
            <a:buChar char="•"/>
          </a:pPr>
          <a:r>
            <a:rPr lang="en-IN" dirty="0"/>
            <a:t>Performance Testing</a:t>
          </a:r>
        </a:p>
      </dgm:t>
    </dgm:pt>
    <dgm:pt modelId="{6CC5D2DD-1871-4395-BFCB-A3605C18017E}" type="parTrans" cxnId="{489AAF0E-29A4-4750-85AB-68036FA7262E}">
      <dgm:prSet/>
      <dgm:spPr/>
      <dgm:t>
        <a:bodyPr/>
        <a:lstStyle/>
        <a:p>
          <a:endParaRPr lang="en-IN"/>
        </a:p>
      </dgm:t>
    </dgm:pt>
    <dgm:pt modelId="{8ACE6FD0-D04D-4ADF-B165-639B1CC26A95}" type="sibTrans" cxnId="{489AAF0E-29A4-4750-85AB-68036FA7262E}">
      <dgm:prSet/>
      <dgm:spPr/>
      <dgm:t>
        <a:bodyPr/>
        <a:lstStyle/>
        <a:p>
          <a:endParaRPr lang="en-IN"/>
        </a:p>
      </dgm:t>
    </dgm:pt>
    <dgm:pt modelId="{D9833BF8-50FB-45FC-B655-0B0747C8C822}">
      <dgm:prSet phldrT="[Text]"/>
      <dgm:spPr/>
      <dgm:t>
        <a:bodyPr/>
        <a:lstStyle/>
        <a:p>
          <a:pPr>
            <a:buFont typeface="Arial" panose="020B0604020202020204" pitchFamily="34" charset="0"/>
            <a:buChar char="•"/>
          </a:pPr>
          <a:r>
            <a:rPr lang="en-IN" dirty="0"/>
            <a:t>Security Testing</a:t>
          </a:r>
        </a:p>
      </dgm:t>
    </dgm:pt>
    <dgm:pt modelId="{285B7F06-CF98-47F0-83DD-5C3DF790D350}" type="parTrans" cxnId="{7F8C3D85-471B-480C-8763-5E34821AF386}">
      <dgm:prSet/>
      <dgm:spPr/>
      <dgm:t>
        <a:bodyPr/>
        <a:lstStyle/>
        <a:p>
          <a:endParaRPr lang="en-IN"/>
        </a:p>
      </dgm:t>
    </dgm:pt>
    <dgm:pt modelId="{8AB94916-42C0-4094-B8A5-EFB434255BC2}" type="sibTrans" cxnId="{7F8C3D85-471B-480C-8763-5E34821AF386}">
      <dgm:prSet/>
      <dgm:spPr/>
      <dgm:t>
        <a:bodyPr/>
        <a:lstStyle/>
        <a:p>
          <a:endParaRPr lang="en-IN"/>
        </a:p>
      </dgm:t>
    </dgm:pt>
    <dgm:pt modelId="{4200EAC2-DF5D-420F-A3AB-67B0D4CE3C93}">
      <dgm:prSet phldrT="[Text]"/>
      <dgm:spPr/>
      <dgm:t>
        <a:bodyPr/>
        <a:lstStyle/>
        <a:p>
          <a:pPr>
            <a:buFont typeface="Arial" panose="020B0604020202020204" pitchFamily="34" charset="0"/>
            <a:buChar char="•"/>
          </a:pPr>
          <a:r>
            <a:rPr lang="en-IN" dirty="0"/>
            <a:t>Backup</a:t>
          </a:r>
        </a:p>
      </dgm:t>
    </dgm:pt>
    <dgm:pt modelId="{565577D2-6813-4AD4-9B48-8C7A44E9EC20}" type="parTrans" cxnId="{DFE56425-B383-4118-82B7-A9E99FAB46F0}">
      <dgm:prSet/>
      <dgm:spPr/>
      <dgm:t>
        <a:bodyPr/>
        <a:lstStyle/>
        <a:p>
          <a:endParaRPr lang="en-IN"/>
        </a:p>
      </dgm:t>
    </dgm:pt>
    <dgm:pt modelId="{205848B1-53CA-44BF-8DCF-333F9473B0E5}" type="sibTrans" cxnId="{DFE56425-B383-4118-82B7-A9E99FAB46F0}">
      <dgm:prSet/>
      <dgm:spPr/>
      <dgm:t>
        <a:bodyPr/>
        <a:lstStyle/>
        <a:p>
          <a:endParaRPr lang="en-IN"/>
        </a:p>
      </dgm:t>
    </dgm:pt>
    <dgm:pt modelId="{B2313974-C148-4093-BF95-A7171932BE15}">
      <dgm:prSet phldrT="[Text]"/>
      <dgm:spPr/>
      <dgm:t>
        <a:bodyPr/>
        <a:lstStyle/>
        <a:p>
          <a:pPr>
            <a:buFont typeface="Arial" panose="020B0604020202020204" pitchFamily="34" charset="0"/>
            <a:buChar char="•"/>
          </a:pPr>
          <a:r>
            <a:rPr lang="en-IN" dirty="0"/>
            <a:t>Verification</a:t>
          </a:r>
        </a:p>
      </dgm:t>
    </dgm:pt>
    <dgm:pt modelId="{9189BFD5-AC28-4D7F-A252-F64AC6EF0378}" type="parTrans" cxnId="{A823FE4E-4487-4349-B729-D857F8D5B464}">
      <dgm:prSet/>
      <dgm:spPr/>
      <dgm:t>
        <a:bodyPr/>
        <a:lstStyle/>
        <a:p>
          <a:endParaRPr lang="en-IN"/>
        </a:p>
      </dgm:t>
    </dgm:pt>
    <dgm:pt modelId="{D5693256-100A-4CDE-9F5D-743DC77899BC}" type="sibTrans" cxnId="{A823FE4E-4487-4349-B729-D857F8D5B464}">
      <dgm:prSet/>
      <dgm:spPr/>
      <dgm:t>
        <a:bodyPr/>
        <a:lstStyle/>
        <a:p>
          <a:endParaRPr lang="en-IN"/>
        </a:p>
      </dgm:t>
    </dgm:pt>
    <dgm:pt modelId="{4C52EA88-0766-4F48-8E62-E4A818F3BD58}">
      <dgm:prSet phldrT="[Text]"/>
      <dgm:spPr/>
      <dgm:t>
        <a:bodyPr/>
        <a:lstStyle/>
        <a:p>
          <a:pPr>
            <a:buFont typeface="Arial" panose="020B0604020202020204" pitchFamily="34" charset="0"/>
            <a:buChar char="•"/>
          </a:pPr>
          <a:r>
            <a:rPr lang="en-IN" dirty="0"/>
            <a:t>Resource Monitoring</a:t>
          </a:r>
        </a:p>
      </dgm:t>
    </dgm:pt>
    <dgm:pt modelId="{9C1396F5-71A7-426E-95C6-2815D86FCDC3}" type="parTrans" cxnId="{3607ADD6-6E09-42D4-B061-51BB3B6F2AF4}">
      <dgm:prSet/>
      <dgm:spPr/>
      <dgm:t>
        <a:bodyPr/>
        <a:lstStyle/>
        <a:p>
          <a:endParaRPr lang="en-IN"/>
        </a:p>
      </dgm:t>
    </dgm:pt>
    <dgm:pt modelId="{EEA5F1C2-6C3B-4E3D-BE33-C3104CAC5030}" type="sibTrans" cxnId="{3607ADD6-6E09-42D4-B061-51BB3B6F2AF4}">
      <dgm:prSet/>
      <dgm:spPr/>
      <dgm:t>
        <a:bodyPr/>
        <a:lstStyle/>
        <a:p>
          <a:endParaRPr lang="en-IN"/>
        </a:p>
      </dgm:t>
    </dgm:pt>
    <dgm:pt modelId="{07CF32BB-0811-4B01-8D52-F041F7A036F4}">
      <dgm:prSet phldrT="[Text]"/>
      <dgm:spPr/>
      <dgm:t>
        <a:bodyPr/>
        <a:lstStyle/>
        <a:p>
          <a:pPr>
            <a:buFont typeface="Arial" panose="020B0604020202020204" pitchFamily="34" charset="0"/>
            <a:buChar char="•"/>
          </a:pPr>
          <a:r>
            <a:rPr lang="en-IN" dirty="0"/>
            <a:t>Better performance</a:t>
          </a:r>
        </a:p>
      </dgm:t>
    </dgm:pt>
    <dgm:pt modelId="{8AF4A577-2807-41B4-BBA2-60D0F269E795}" type="parTrans" cxnId="{09848398-7D61-45BB-9067-F5C7E1AA20C1}">
      <dgm:prSet/>
      <dgm:spPr/>
    </dgm:pt>
    <dgm:pt modelId="{44399C55-37FB-4C78-B40E-CBEA37843F05}" type="sibTrans" cxnId="{09848398-7D61-45BB-9067-F5C7E1AA20C1}">
      <dgm:prSet/>
      <dgm:spPr/>
    </dgm:pt>
    <dgm:pt modelId="{C70C8E16-EE0A-490D-80E8-9D3CE2097E51}">
      <dgm:prSet phldrT="[Text]"/>
      <dgm:spPr/>
      <dgm:t>
        <a:bodyPr/>
        <a:lstStyle/>
        <a:p>
          <a:pPr>
            <a:buFont typeface="Arial" panose="020B0604020202020204" pitchFamily="34" charset="0"/>
            <a:buChar char="•"/>
          </a:pPr>
          <a:r>
            <a:rPr lang="en-IN" dirty="0"/>
            <a:t>Automated backup</a:t>
          </a:r>
        </a:p>
      </dgm:t>
    </dgm:pt>
    <dgm:pt modelId="{B23766DD-DC23-498F-83DA-D73C9D6DC082}" type="parTrans" cxnId="{494A6622-E7AE-4FCB-A7AD-7560459D8F36}">
      <dgm:prSet/>
      <dgm:spPr/>
    </dgm:pt>
    <dgm:pt modelId="{CAA4F96A-AAB9-4F90-B0FE-3484D22968B5}" type="sibTrans" cxnId="{494A6622-E7AE-4FCB-A7AD-7560459D8F36}">
      <dgm:prSet/>
      <dgm:spPr/>
    </dgm:pt>
    <dgm:pt modelId="{3402C01F-DBB1-4A6E-9163-A3EB9CA6BB4B}">
      <dgm:prSet phldrT="[Text]"/>
      <dgm:spPr/>
      <dgm:t>
        <a:bodyPr/>
        <a:lstStyle/>
        <a:p>
          <a:pPr>
            <a:buFont typeface="Arial" panose="020B0604020202020204" pitchFamily="34" charset="0"/>
            <a:buChar char="•"/>
          </a:pPr>
          <a:r>
            <a:rPr lang="en-IN" dirty="0"/>
            <a:t>High availability</a:t>
          </a:r>
        </a:p>
      </dgm:t>
    </dgm:pt>
    <dgm:pt modelId="{F9FB2EFA-A652-47F7-8AD8-8300952FCF82}" type="parTrans" cxnId="{AC400CC9-4717-43BC-9DA5-95A80160CA8E}">
      <dgm:prSet/>
      <dgm:spPr/>
    </dgm:pt>
    <dgm:pt modelId="{FE8ABBAE-83D5-49C8-A109-ECB52320F396}" type="sibTrans" cxnId="{AC400CC9-4717-43BC-9DA5-95A80160CA8E}">
      <dgm:prSet/>
      <dgm:spPr/>
    </dgm:pt>
    <dgm:pt modelId="{7439F63F-6982-4136-B8F2-823E183C61AF}">
      <dgm:prSet phldrT="[Text]"/>
      <dgm:spPr/>
      <dgm:t>
        <a:bodyPr/>
        <a:lstStyle/>
        <a:p>
          <a:pPr>
            <a:buFont typeface="Arial" panose="020B0604020202020204" pitchFamily="34" charset="0"/>
            <a:buChar char="•"/>
          </a:pPr>
          <a:r>
            <a:rPr lang="en-IN" dirty="0"/>
            <a:t>Secure cloud environment</a:t>
          </a:r>
        </a:p>
      </dgm:t>
    </dgm:pt>
    <dgm:pt modelId="{592903FE-3DC7-4B6C-B395-C57946EB4CEF}" type="parTrans" cxnId="{528C04F4-EB09-4068-BECF-D2649027C40C}">
      <dgm:prSet/>
      <dgm:spPr/>
    </dgm:pt>
    <dgm:pt modelId="{6C84FDCE-7EE7-47A7-8190-27B60A84B6CA}" type="sibTrans" cxnId="{528C04F4-EB09-4068-BECF-D2649027C40C}">
      <dgm:prSet/>
      <dgm:spPr/>
    </dgm:pt>
    <dgm:pt modelId="{FF47E3D1-55B6-487D-9AD3-AEF7DAF70919}" type="pres">
      <dgm:prSet presAssocID="{22F2751C-EE07-4C06-81B2-A5318FFA671F}" presName="Name0" presStyleCnt="0">
        <dgm:presLayoutVars>
          <dgm:chMax val="7"/>
          <dgm:dir/>
          <dgm:animLvl val="lvl"/>
          <dgm:resizeHandles val="exact"/>
        </dgm:presLayoutVars>
      </dgm:prSet>
      <dgm:spPr/>
    </dgm:pt>
    <dgm:pt modelId="{A0D212E9-E7CF-4FC7-96F9-CAD7CAA8DA30}" type="pres">
      <dgm:prSet presAssocID="{8FA35F55-6B26-443D-A9C8-C7A58D0DD585}" presName="circle1" presStyleLbl="node1" presStyleIdx="0" presStyleCnt="2"/>
      <dgm:spPr/>
    </dgm:pt>
    <dgm:pt modelId="{95B3C76B-D043-4C28-9BA1-9A193558D50A}" type="pres">
      <dgm:prSet presAssocID="{8FA35F55-6B26-443D-A9C8-C7A58D0DD585}" presName="space" presStyleCnt="0"/>
      <dgm:spPr/>
    </dgm:pt>
    <dgm:pt modelId="{343ECEA4-439A-42C1-8BF7-5068AF1A5B07}" type="pres">
      <dgm:prSet presAssocID="{8FA35F55-6B26-443D-A9C8-C7A58D0DD585}" presName="rect1" presStyleLbl="alignAcc1" presStyleIdx="0" presStyleCnt="2"/>
      <dgm:spPr/>
    </dgm:pt>
    <dgm:pt modelId="{B07F9AB6-E6E3-4C86-8481-FA119DDCC206}" type="pres">
      <dgm:prSet presAssocID="{C8155DF1-5D45-44A8-B395-C0ECDFDACD79}" presName="vertSpace2" presStyleLbl="node1" presStyleIdx="0" presStyleCnt="2"/>
      <dgm:spPr/>
    </dgm:pt>
    <dgm:pt modelId="{8EFAA267-F23B-40BD-9C9F-74893FE851C4}" type="pres">
      <dgm:prSet presAssocID="{C8155DF1-5D45-44A8-B395-C0ECDFDACD79}" presName="circle2" presStyleLbl="node1" presStyleIdx="1" presStyleCnt="2"/>
      <dgm:spPr/>
    </dgm:pt>
    <dgm:pt modelId="{BAE15763-8BDD-42BE-909B-494EE2700050}" type="pres">
      <dgm:prSet presAssocID="{C8155DF1-5D45-44A8-B395-C0ECDFDACD79}" presName="rect2" presStyleLbl="alignAcc1" presStyleIdx="1" presStyleCnt="2"/>
      <dgm:spPr/>
    </dgm:pt>
    <dgm:pt modelId="{7FF8E746-93EF-4DEC-94AC-321D54247308}" type="pres">
      <dgm:prSet presAssocID="{8FA35F55-6B26-443D-A9C8-C7A58D0DD585}" presName="rect1ParTx" presStyleLbl="alignAcc1" presStyleIdx="1" presStyleCnt="2">
        <dgm:presLayoutVars>
          <dgm:chMax val="1"/>
          <dgm:bulletEnabled val="1"/>
        </dgm:presLayoutVars>
      </dgm:prSet>
      <dgm:spPr/>
    </dgm:pt>
    <dgm:pt modelId="{CB5D1BDD-70CE-4F66-A343-31F103F1EB1B}" type="pres">
      <dgm:prSet presAssocID="{8FA35F55-6B26-443D-A9C8-C7A58D0DD585}" presName="rect1ChTx" presStyleLbl="alignAcc1" presStyleIdx="1" presStyleCnt="2">
        <dgm:presLayoutVars>
          <dgm:bulletEnabled val="1"/>
        </dgm:presLayoutVars>
      </dgm:prSet>
      <dgm:spPr/>
    </dgm:pt>
    <dgm:pt modelId="{C690C7B6-2263-4C67-8E45-0B7F824EAEFE}" type="pres">
      <dgm:prSet presAssocID="{C8155DF1-5D45-44A8-B395-C0ECDFDACD79}" presName="rect2ParTx" presStyleLbl="alignAcc1" presStyleIdx="1" presStyleCnt="2">
        <dgm:presLayoutVars>
          <dgm:chMax val="1"/>
          <dgm:bulletEnabled val="1"/>
        </dgm:presLayoutVars>
      </dgm:prSet>
      <dgm:spPr/>
    </dgm:pt>
    <dgm:pt modelId="{8C132610-5E03-4866-9D8A-8F9BE2C6A9AB}" type="pres">
      <dgm:prSet presAssocID="{C8155DF1-5D45-44A8-B395-C0ECDFDACD79}" presName="rect2ChTx" presStyleLbl="alignAcc1" presStyleIdx="1" presStyleCnt="2">
        <dgm:presLayoutVars>
          <dgm:bulletEnabled val="1"/>
        </dgm:presLayoutVars>
      </dgm:prSet>
      <dgm:spPr/>
    </dgm:pt>
  </dgm:ptLst>
  <dgm:cxnLst>
    <dgm:cxn modelId="{12BCB601-7C97-4E60-B287-25E2BED148A0}" srcId="{C8155DF1-5D45-44A8-B395-C0ECDFDACD79}" destId="{0167DE40-12D1-4720-8978-AC3B21A0025C}" srcOrd="0" destOrd="0" parTransId="{5E462170-9380-468D-B663-852CC1B22E52}" sibTransId="{6ED288A6-8747-4CF6-BE49-3B50CA7E27FE}"/>
    <dgm:cxn modelId="{489AAF0E-29A4-4750-85AB-68036FA7262E}" srcId="{8FA35F55-6B26-443D-A9C8-C7A58D0DD585}" destId="{1F5F5FA9-1EB7-4B1D-A9A7-266D6DD76498}" srcOrd="1" destOrd="0" parTransId="{6CC5D2DD-1871-4395-BFCB-A3605C18017E}" sibTransId="{8ACE6FD0-D04D-4ADF-B165-639B1CC26A95}"/>
    <dgm:cxn modelId="{39166915-9316-4E12-B23F-DEF49F6D3B9C}" type="presOf" srcId="{C70C8E16-EE0A-490D-80E8-9D3CE2097E51}" destId="{8C132610-5E03-4866-9D8A-8F9BE2C6A9AB}" srcOrd="0" destOrd="2" presId="urn:microsoft.com/office/officeart/2005/8/layout/target3"/>
    <dgm:cxn modelId="{E0E6F41B-B203-4B99-A4FC-0F4CB5B04725}" type="presOf" srcId="{B2313974-C148-4093-BF95-A7171932BE15}" destId="{CB5D1BDD-70CE-4F66-A343-31F103F1EB1B}" srcOrd="0" destOrd="4" presId="urn:microsoft.com/office/officeart/2005/8/layout/target3"/>
    <dgm:cxn modelId="{494A6622-E7AE-4FCB-A7AD-7560459D8F36}" srcId="{C8155DF1-5D45-44A8-B395-C0ECDFDACD79}" destId="{C70C8E16-EE0A-490D-80E8-9D3CE2097E51}" srcOrd="2" destOrd="0" parTransId="{B23766DD-DC23-498F-83DA-D73C9D6DC082}" sibTransId="{CAA4F96A-AAB9-4F90-B0FE-3484D22968B5}"/>
    <dgm:cxn modelId="{A5479823-4570-4AAA-986E-507222728AF7}" type="presOf" srcId="{D9833BF8-50FB-45FC-B655-0B0747C8C822}" destId="{CB5D1BDD-70CE-4F66-A343-31F103F1EB1B}" srcOrd="0" destOrd="2" presId="urn:microsoft.com/office/officeart/2005/8/layout/target3"/>
    <dgm:cxn modelId="{DFE56425-B383-4118-82B7-A9E99FAB46F0}" srcId="{8FA35F55-6B26-443D-A9C8-C7A58D0DD585}" destId="{4200EAC2-DF5D-420F-A3AB-67B0D4CE3C93}" srcOrd="3" destOrd="0" parTransId="{565577D2-6813-4AD4-9B48-8C7A44E9EC20}" sibTransId="{205848B1-53CA-44BF-8DCF-333F9473B0E5}"/>
    <dgm:cxn modelId="{A80B5A3B-6F01-4C72-9AFE-B61D7DA134DF}" srcId="{8FA35F55-6B26-443D-A9C8-C7A58D0DD585}" destId="{24B78369-B75B-47F0-ACF1-64889F3992C7}" srcOrd="0" destOrd="0" parTransId="{206B61F6-7E27-47FC-A3AC-71B5366DE2AC}" sibTransId="{73EDB41C-DC0D-4BE2-81FE-8E950602C56D}"/>
    <dgm:cxn modelId="{93CC0E5C-9885-494B-8994-FB9C9F035169}" type="presOf" srcId="{8FA35F55-6B26-443D-A9C8-C7A58D0DD585}" destId="{7FF8E746-93EF-4DEC-94AC-321D54247308}" srcOrd="1" destOrd="0" presId="urn:microsoft.com/office/officeart/2005/8/layout/target3"/>
    <dgm:cxn modelId="{4C544E6C-4954-410F-9F03-2D9A5F5B52B9}" srcId="{22F2751C-EE07-4C06-81B2-A5318FFA671F}" destId="{8FA35F55-6B26-443D-A9C8-C7A58D0DD585}" srcOrd="0" destOrd="0" parTransId="{9B12818E-8DCB-45EE-8E7B-063F529D6229}" sibTransId="{B0A4EB74-FE4E-4BBC-B8E4-AC8A5793E06C}"/>
    <dgm:cxn modelId="{A823FE4E-4487-4349-B729-D857F8D5B464}" srcId="{8FA35F55-6B26-443D-A9C8-C7A58D0DD585}" destId="{B2313974-C148-4093-BF95-A7171932BE15}" srcOrd="4" destOrd="0" parTransId="{9189BFD5-AC28-4D7F-A252-F64AC6EF0378}" sibTransId="{D5693256-100A-4CDE-9F5D-743DC77899BC}"/>
    <dgm:cxn modelId="{BE490151-8605-4FE8-B235-6B9EACD324ED}" type="presOf" srcId="{C8155DF1-5D45-44A8-B395-C0ECDFDACD79}" destId="{BAE15763-8BDD-42BE-909B-494EE2700050}" srcOrd="0" destOrd="0" presId="urn:microsoft.com/office/officeart/2005/8/layout/target3"/>
    <dgm:cxn modelId="{0BD4C979-B977-43C5-8C05-A0DC9D366271}" type="presOf" srcId="{1F5F5FA9-1EB7-4B1D-A9A7-266D6DD76498}" destId="{CB5D1BDD-70CE-4F66-A343-31F103F1EB1B}" srcOrd="0" destOrd="1" presId="urn:microsoft.com/office/officeart/2005/8/layout/target3"/>
    <dgm:cxn modelId="{6F04125A-C2EE-4C7F-9CF8-47FA2485095D}" type="presOf" srcId="{24B78369-B75B-47F0-ACF1-64889F3992C7}" destId="{CB5D1BDD-70CE-4F66-A343-31F103F1EB1B}" srcOrd="0" destOrd="0" presId="urn:microsoft.com/office/officeart/2005/8/layout/target3"/>
    <dgm:cxn modelId="{DDBEE683-B437-45E3-AA15-4A60A6E8D56A}" type="presOf" srcId="{22F2751C-EE07-4C06-81B2-A5318FFA671F}" destId="{FF47E3D1-55B6-487D-9AD3-AEF7DAF70919}" srcOrd="0" destOrd="0" presId="urn:microsoft.com/office/officeart/2005/8/layout/target3"/>
    <dgm:cxn modelId="{7F8C3D85-471B-480C-8763-5E34821AF386}" srcId="{8FA35F55-6B26-443D-A9C8-C7A58D0DD585}" destId="{D9833BF8-50FB-45FC-B655-0B0747C8C822}" srcOrd="2" destOrd="0" parTransId="{285B7F06-CF98-47F0-83DD-5C3DF790D350}" sibTransId="{8AB94916-42C0-4094-B8A5-EFB434255BC2}"/>
    <dgm:cxn modelId="{09848398-7D61-45BB-9067-F5C7E1AA20C1}" srcId="{C8155DF1-5D45-44A8-B395-C0ECDFDACD79}" destId="{07CF32BB-0811-4B01-8D52-F041F7A036F4}" srcOrd="1" destOrd="0" parTransId="{8AF4A577-2807-41B4-BBA2-60D0F269E795}" sibTransId="{44399C55-37FB-4C78-B40E-CBEA37843F05}"/>
    <dgm:cxn modelId="{11AE7A9C-A41F-43D7-A0E3-6C580DDCBFAA}" type="presOf" srcId="{07CF32BB-0811-4B01-8D52-F041F7A036F4}" destId="{8C132610-5E03-4866-9D8A-8F9BE2C6A9AB}" srcOrd="0" destOrd="1" presId="urn:microsoft.com/office/officeart/2005/8/layout/target3"/>
    <dgm:cxn modelId="{EB646FA2-9BBA-4CF7-8F03-69EB687BB386}" srcId="{22F2751C-EE07-4C06-81B2-A5318FFA671F}" destId="{C8155DF1-5D45-44A8-B395-C0ECDFDACD79}" srcOrd="1" destOrd="0" parTransId="{27A45517-8B31-4204-AC23-A14F89970DA8}" sibTransId="{413D86D0-7A57-41D5-AFD0-5991BE6F42D3}"/>
    <dgm:cxn modelId="{401DD9A4-3A9C-4F01-AABD-CDDCB685C6CD}" type="presOf" srcId="{8FA35F55-6B26-443D-A9C8-C7A58D0DD585}" destId="{343ECEA4-439A-42C1-8BF7-5068AF1A5B07}" srcOrd="0" destOrd="0" presId="urn:microsoft.com/office/officeart/2005/8/layout/target3"/>
    <dgm:cxn modelId="{F55771AE-DE69-4AA9-8A18-DC88DFE36356}" type="presOf" srcId="{0167DE40-12D1-4720-8978-AC3B21A0025C}" destId="{8C132610-5E03-4866-9D8A-8F9BE2C6A9AB}" srcOrd="0" destOrd="0" presId="urn:microsoft.com/office/officeart/2005/8/layout/target3"/>
    <dgm:cxn modelId="{4C7264C0-F197-4DDF-8BFE-62AC2D95BF3A}" type="presOf" srcId="{7439F63F-6982-4136-B8F2-823E183C61AF}" destId="{8C132610-5E03-4866-9D8A-8F9BE2C6A9AB}" srcOrd="0" destOrd="4" presId="urn:microsoft.com/office/officeart/2005/8/layout/target3"/>
    <dgm:cxn modelId="{E55CD0C4-C0B1-48AE-90D8-912E2D467A1B}" type="presOf" srcId="{4200EAC2-DF5D-420F-A3AB-67B0D4CE3C93}" destId="{CB5D1BDD-70CE-4F66-A343-31F103F1EB1B}" srcOrd="0" destOrd="3" presId="urn:microsoft.com/office/officeart/2005/8/layout/target3"/>
    <dgm:cxn modelId="{0290ECC8-8F3F-484C-9A37-49F77A2558E7}" type="presOf" srcId="{3402C01F-DBB1-4A6E-9163-A3EB9CA6BB4B}" destId="{8C132610-5E03-4866-9D8A-8F9BE2C6A9AB}" srcOrd="0" destOrd="3" presId="urn:microsoft.com/office/officeart/2005/8/layout/target3"/>
    <dgm:cxn modelId="{AC400CC9-4717-43BC-9DA5-95A80160CA8E}" srcId="{C8155DF1-5D45-44A8-B395-C0ECDFDACD79}" destId="{3402C01F-DBB1-4A6E-9163-A3EB9CA6BB4B}" srcOrd="3" destOrd="0" parTransId="{F9FB2EFA-A652-47F7-8AD8-8300952FCF82}" sibTransId="{FE8ABBAE-83D5-49C8-A109-ECB52320F396}"/>
    <dgm:cxn modelId="{D0FFEFD2-BD92-4392-8154-E9FE48C41FDD}" type="presOf" srcId="{4C52EA88-0766-4F48-8E62-E4A818F3BD58}" destId="{CB5D1BDD-70CE-4F66-A343-31F103F1EB1B}" srcOrd="0" destOrd="5" presId="urn:microsoft.com/office/officeart/2005/8/layout/target3"/>
    <dgm:cxn modelId="{3607ADD6-6E09-42D4-B061-51BB3B6F2AF4}" srcId="{8FA35F55-6B26-443D-A9C8-C7A58D0DD585}" destId="{4C52EA88-0766-4F48-8E62-E4A818F3BD58}" srcOrd="5" destOrd="0" parTransId="{9C1396F5-71A7-426E-95C6-2815D86FCDC3}" sibTransId="{EEA5F1C2-6C3B-4E3D-BE33-C3104CAC5030}"/>
    <dgm:cxn modelId="{528C04F4-EB09-4068-BECF-D2649027C40C}" srcId="{C8155DF1-5D45-44A8-B395-C0ECDFDACD79}" destId="{7439F63F-6982-4136-B8F2-823E183C61AF}" srcOrd="4" destOrd="0" parTransId="{592903FE-3DC7-4B6C-B395-C57946EB4CEF}" sibTransId="{6C84FDCE-7EE7-47A7-8190-27B60A84B6CA}"/>
    <dgm:cxn modelId="{031485F6-9E84-4FBA-BEC3-8F3A3CCB4679}" type="presOf" srcId="{C8155DF1-5D45-44A8-B395-C0ECDFDACD79}" destId="{C690C7B6-2263-4C67-8E45-0B7F824EAEFE}" srcOrd="1" destOrd="0" presId="urn:microsoft.com/office/officeart/2005/8/layout/target3"/>
    <dgm:cxn modelId="{2D25A6E8-F90C-499A-AC68-55FFF047B469}" type="presParOf" srcId="{FF47E3D1-55B6-487D-9AD3-AEF7DAF70919}" destId="{A0D212E9-E7CF-4FC7-96F9-CAD7CAA8DA30}" srcOrd="0" destOrd="0" presId="urn:microsoft.com/office/officeart/2005/8/layout/target3"/>
    <dgm:cxn modelId="{CDC477C7-BC79-43A0-87B7-87786D142A02}" type="presParOf" srcId="{FF47E3D1-55B6-487D-9AD3-AEF7DAF70919}" destId="{95B3C76B-D043-4C28-9BA1-9A193558D50A}" srcOrd="1" destOrd="0" presId="urn:microsoft.com/office/officeart/2005/8/layout/target3"/>
    <dgm:cxn modelId="{476DB33E-0255-45F1-ABA7-2CA42ACD7B7C}" type="presParOf" srcId="{FF47E3D1-55B6-487D-9AD3-AEF7DAF70919}" destId="{343ECEA4-439A-42C1-8BF7-5068AF1A5B07}" srcOrd="2" destOrd="0" presId="urn:microsoft.com/office/officeart/2005/8/layout/target3"/>
    <dgm:cxn modelId="{8717F808-04B5-49CB-9CA2-B114A061F459}" type="presParOf" srcId="{FF47E3D1-55B6-487D-9AD3-AEF7DAF70919}" destId="{B07F9AB6-E6E3-4C86-8481-FA119DDCC206}" srcOrd="3" destOrd="0" presId="urn:microsoft.com/office/officeart/2005/8/layout/target3"/>
    <dgm:cxn modelId="{9B7BC28B-FF74-42F0-992C-2F0510CEE4C5}" type="presParOf" srcId="{FF47E3D1-55B6-487D-9AD3-AEF7DAF70919}" destId="{8EFAA267-F23B-40BD-9C9F-74893FE851C4}" srcOrd="4" destOrd="0" presId="urn:microsoft.com/office/officeart/2005/8/layout/target3"/>
    <dgm:cxn modelId="{701AE322-0F5A-45A6-8F79-978E83C86DC6}" type="presParOf" srcId="{FF47E3D1-55B6-487D-9AD3-AEF7DAF70919}" destId="{BAE15763-8BDD-42BE-909B-494EE2700050}" srcOrd="5" destOrd="0" presId="urn:microsoft.com/office/officeart/2005/8/layout/target3"/>
    <dgm:cxn modelId="{53232F1F-1034-477C-AF9E-794663E06001}" type="presParOf" srcId="{FF47E3D1-55B6-487D-9AD3-AEF7DAF70919}" destId="{7FF8E746-93EF-4DEC-94AC-321D54247308}" srcOrd="6" destOrd="0" presId="urn:microsoft.com/office/officeart/2005/8/layout/target3"/>
    <dgm:cxn modelId="{AA570079-1929-4AB7-8016-6EEABD7D2931}" type="presParOf" srcId="{FF47E3D1-55B6-487D-9AD3-AEF7DAF70919}" destId="{CB5D1BDD-70CE-4F66-A343-31F103F1EB1B}" srcOrd="7" destOrd="0" presId="urn:microsoft.com/office/officeart/2005/8/layout/target3"/>
    <dgm:cxn modelId="{82D83C28-E9BB-46FF-934C-FC31FF76B334}" type="presParOf" srcId="{FF47E3D1-55B6-487D-9AD3-AEF7DAF70919}" destId="{C690C7B6-2263-4C67-8E45-0B7F824EAEFE}" srcOrd="8" destOrd="0" presId="urn:microsoft.com/office/officeart/2005/8/layout/target3"/>
    <dgm:cxn modelId="{0EFD0E80-9E7C-460E-9B6C-029E03EB9D56}" type="presParOf" srcId="{FF47E3D1-55B6-487D-9AD3-AEF7DAF70919}" destId="{8C132610-5E03-4866-9D8A-8F9BE2C6A9AB}" srcOrd="9" destOrd="0" presId="urn:microsoft.com/office/officeart/2005/8/layout/targe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404F660-AE82-467F-B18E-966F622734E2}" type="doc">
      <dgm:prSet loTypeId="urn:microsoft.com/office/officeart/2005/8/layout/process4" loCatId="list" qsTypeId="urn:microsoft.com/office/officeart/2005/8/quickstyle/3d2" qsCatId="3D" csTypeId="urn:microsoft.com/office/officeart/2005/8/colors/colorful2" csCatId="colorful" phldr="1"/>
      <dgm:spPr/>
      <dgm:t>
        <a:bodyPr/>
        <a:lstStyle/>
        <a:p>
          <a:endParaRPr lang="en-IN"/>
        </a:p>
      </dgm:t>
    </dgm:pt>
    <dgm:pt modelId="{00A6A223-F51E-48B3-BF98-758F0F3C0270}">
      <dgm:prSet phldrT="[Text]" phldr="0"/>
      <dgm:spPr/>
      <dgm:t>
        <a:bodyPr/>
        <a:lstStyle/>
        <a:p>
          <a:r>
            <a:rPr lang="en-IN" dirty="0"/>
            <a:t>❌</a:t>
          </a:r>
          <a:r>
            <a:rPr lang="en-IN" dirty="0" err="1"/>
            <a:t>Challanges</a:t>
          </a:r>
          <a:endParaRPr lang="en-IN" dirty="0"/>
        </a:p>
      </dgm:t>
    </dgm:pt>
    <dgm:pt modelId="{8A5C4BC0-FAC6-4423-A047-F5ADAF8C452F}" type="parTrans" cxnId="{1EAF0A91-DBA3-4A01-9758-F43958F077A1}">
      <dgm:prSet/>
      <dgm:spPr/>
      <dgm:t>
        <a:bodyPr/>
        <a:lstStyle/>
        <a:p>
          <a:endParaRPr lang="en-IN"/>
        </a:p>
      </dgm:t>
    </dgm:pt>
    <dgm:pt modelId="{3DA51C89-18FC-44DA-987B-0BA8DE838CC7}" type="sibTrans" cxnId="{1EAF0A91-DBA3-4A01-9758-F43958F077A1}">
      <dgm:prSet/>
      <dgm:spPr/>
      <dgm:t>
        <a:bodyPr/>
        <a:lstStyle/>
        <a:p>
          <a:endParaRPr lang="en-IN"/>
        </a:p>
      </dgm:t>
    </dgm:pt>
    <dgm:pt modelId="{A4E5CA02-6CF4-45F7-9EB4-50B5578A7DD3}">
      <dgm:prSet phldrT="[Text]"/>
      <dgm:spPr/>
      <dgm:t>
        <a:bodyPr/>
        <a:lstStyle/>
        <a:p>
          <a:pPr>
            <a:buNone/>
          </a:pPr>
          <a:r>
            <a:rPr lang="en-IN" dirty="0"/>
            <a:t> Data Migration</a:t>
          </a:r>
        </a:p>
      </dgm:t>
    </dgm:pt>
    <dgm:pt modelId="{96041563-47E0-48B8-B0E7-0B02A8D654E5}" type="parTrans" cxnId="{7A0906C8-071B-423C-A56B-EBB461D04B17}">
      <dgm:prSet/>
      <dgm:spPr/>
      <dgm:t>
        <a:bodyPr/>
        <a:lstStyle/>
        <a:p>
          <a:endParaRPr lang="en-IN"/>
        </a:p>
      </dgm:t>
    </dgm:pt>
    <dgm:pt modelId="{CAE1913E-88A5-4EE2-B9EC-05E75A26ABE3}" type="sibTrans" cxnId="{7A0906C8-071B-423C-A56B-EBB461D04B17}">
      <dgm:prSet/>
      <dgm:spPr/>
      <dgm:t>
        <a:bodyPr/>
        <a:lstStyle/>
        <a:p>
          <a:endParaRPr lang="en-IN"/>
        </a:p>
      </dgm:t>
    </dgm:pt>
    <dgm:pt modelId="{C9EED41A-0535-4825-9F26-1CA559B0D9CB}">
      <dgm:prSet phldrT="[Text]"/>
      <dgm:spPr/>
      <dgm:t>
        <a:bodyPr/>
        <a:lstStyle/>
        <a:p>
          <a:pPr>
            <a:buNone/>
          </a:pPr>
          <a:r>
            <a:rPr lang="en-IN" dirty="0"/>
            <a:t>Security Risks</a:t>
          </a:r>
        </a:p>
      </dgm:t>
    </dgm:pt>
    <dgm:pt modelId="{8417FD2F-ABE0-4DCE-8A4D-4B6324E65C4D}" type="parTrans" cxnId="{F2A6F2CB-84F4-401E-B950-31D38E8973E4}">
      <dgm:prSet/>
      <dgm:spPr/>
      <dgm:t>
        <a:bodyPr/>
        <a:lstStyle/>
        <a:p>
          <a:endParaRPr lang="en-IN"/>
        </a:p>
      </dgm:t>
    </dgm:pt>
    <dgm:pt modelId="{E6B45A2A-91CA-4B00-B154-BB4216D826A0}" type="sibTrans" cxnId="{F2A6F2CB-84F4-401E-B950-31D38E8973E4}">
      <dgm:prSet/>
      <dgm:spPr/>
      <dgm:t>
        <a:bodyPr/>
        <a:lstStyle/>
        <a:p>
          <a:endParaRPr lang="en-IN"/>
        </a:p>
      </dgm:t>
    </dgm:pt>
    <dgm:pt modelId="{4DB6B819-1480-49B0-8AF7-F68EB3A5844B}">
      <dgm:prSet phldrT="[Text]" phldr="0"/>
      <dgm:spPr/>
      <dgm:t>
        <a:bodyPr/>
        <a:lstStyle/>
        <a:p>
          <a:r>
            <a:rPr lang="en-IN" dirty="0">
              <a:latin typeface="Courier New" panose="02070309020205020404" pitchFamily="49" charset="0"/>
            </a:rPr>
            <a:t>✅</a:t>
          </a:r>
          <a:r>
            <a:rPr lang="en-IN" dirty="0"/>
            <a:t>Solutions</a:t>
          </a:r>
        </a:p>
      </dgm:t>
    </dgm:pt>
    <dgm:pt modelId="{AB08AA29-8A52-405E-86B1-DF1B2E5F82D4}" type="parTrans" cxnId="{D5F9AA2C-8340-4CDF-B975-E54F12BA4390}">
      <dgm:prSet/>
      <dgm:spPr/>
      <dgm:t>
        <a:bodyPr/>
        <a:lstStyle/>
        <a:p>
          <a:endParaRPr lang="en-IN"/>
        </a:p>
      </dgm:t>
    </dgm:pt>
    <dgm:pt modelId="{0B34D8AA-6DA1-4E7F-8682-025B2714801A}" type="sibTrans" cxnId="{D5F9AA2C-8340-4CDF-B975-E54F12BA4390}">
      <dgm:prSet/>
      <dgm:spPr/>
      <dgm:t>
        <a:bodyPr/>
        <a:lstStyle/>
        <a:p>
          <a:endParaRPr lang="en-IN"/>
        </a:p>
      </dgm:t>
    </dgm:pt>
    <dgm:pt modelId="{6BE743DA-7B7B-4F8C-9CAE-E6FB1B346ACB}">
      <dgm:prSet phldrT="[Text]"/>
      <dgm:spPr/>
      <dgm:t>
        <a:bodyPr/>
        <a:lstStyle/>
        <a:p>
          <a:pPr>
            <a:buNone/>
          </a:pPr>
          <a:r>
            <a:rPr lang="en-IN" dirty="0"/>
            <a:t>Phased Migration Strategy</a:t>
          </a:r>
        </a:p>
      </dgm:t>
    </dgm:pt>
    <dgm:pt modelId="{54555EC1-3A08-4A06-A261-4ED46E8D6220}" type="parTrans" cxnId="{FBFC4090-6165-4337-A626-3BF0134A905C}">
      <dgm:prSet/>
      <dgm:spPr/>
      <dgm:t>
        <a:bodyPr/>
        <a:lstStyle/>
        <a:p>
          <a:endParaRPr lang="en-IN"/>
        </a:p>
      </dgm:t>
    </dgm:pt>
    <dgm:pt modelId="{256A6109-8AAA-475C-8DDB-7D35C9701EF2}" type="sibTrans" cxnId="{FBFC4090-6165-4337-A626-3BF0134A905C}">
      <dgm:prSet/>
      <dgm:spPr/>
      <dgm:t>
        <a:bodyPr/>
        <a:lstStyle/>
        <a:p>
          <a:endParaRPr lang="en-IN"/>
        </a:p>
      </dgm:t>
    </dgm:pt>
    <dgm:pt modelId="{A0F81356-971C-458B-AD99-9F618CD7B1DF}">
      <dgm:prSet phldrT="[Text]"/>
      <dgm:spPr/>
      <dgm:t>
        <a:bodyPr/>
        <a:lstStyle/>
        <a:p>
          <a:pPr>
            <a:buNone/>
          </a:pPr>
          <a:r>
            <a:rPr lang="en-IN" dirty="0"/>
            <a:t>Downtime</a:t>
          </a:r>
        </a:p>
      </dgm:t>
    </dgm:pt>
    <dgm:pt modelId="{EE4D237D-5CDD-4A0E-9E92-0EC1224E9F81}" type="parTrans" cxnId="{82645D88-98C5-4CE2-9403-469E92FD8136}">
      <dgm:prSet/>
      <dgm:spPr/>
      <dgm:t>
        <a:bodyPr/>
        <a:lstStyle/>
        <a:p>
          <a:endParaRPr lang="en-IN"/>
        </a:p>
      </dgm:t>
    </dgm:pt>
    <dgm:pt modelId="{0FC41694-0324-4FC9-A579-E4088B691B69}" type="sibTrans" cxnId="{82645D88-98C5-4CE2-9403-469E92FD8136}">
      <dgm:prSet/>
      <dgm:spPr/>
      <dgm:t>
        <a:bodyPr/>
        <a:lstStyle/>
        <a:p>
          <a:endParaRPr lang="en-IN"/>
        </a:p>
      </dgm:t>
    </dgm:pt>
    <dgm:pt modelId="{9FB3E717-A6DE-4D8B-B569-F59794D668D8}">
      <dgm:prSet phldrT="[Text]"/>
      <dgm:spPr/>
      <dgm:t>
        <a:bodyPr/>
        <a:lstStyle/>
        <a:p>
          <a:pPr>
            <a:buNone/>
          </a:pPr>
          <a:r>
            <a:rPr lang="en-IN" dirty="0"/>
            <a:t>Cost Management</a:t>
          </a:r>
          <a:endParaRPr lang="en-IN" b="0" dirty="0"/>
        </a:p>
      </dgm:t>
    </dgm:pt>
    <dgm:pt modelId="{1D7F048E-4D15-4A43-AF09-607B14C4EBC6}" type="parTrans" cxnId="{7A44626F-6EBC-49B0-AF3E-223BA65BB6F2}">
      <dgm:prSet/>
      <dgm:spPr/>
      <dgm:t>
        <a:bodyPr/>
        <a:lstStyle/>
        <a:p>
          <a:endParaRPr lang="en-IN"/>
        </a:p>
      </dgm:t>
    </dgm:pt>
    <dgm:pt modelId="{294334AB-F058-4C5C-9C9E-D4EC93FBF806}" type="sibTrans" cxnId="{7A44626F-6EBC-49B0-AF3E-223BA65BB6F2}">
      <dgm:prSet/>
      <dgm:spPr/>
      <dgm:t>
        <a:bodyPr/>
        <a:lstStyle/>
        <a:p>
          <a:endParaRPr lang="en-IN"/>
        </a:p>
      </dgm:t>
    </dgm:pt>
    <dgm:pt modelId="{49F3CE22-0EA5-4428-B570-72A4D76C3D03}">
      <dgm:prSet phldrT="[Text]"/>
      <dgm:spPr/>
      <dgm:t>
        <a:bodyPr/>
        <a:lstStyle/>
        <a:p>
          <a:pPr>
            <a:buNone/>
          </a:pPr>
          <a:r>
            <a:rPr lang="en-IN" dirty="0"/>
            <a:t>Lack of Expertise</a:t>
          </a:r>
          <a:endParaRPr lang="en-IN" b="0" dirty="0"/>
        </a:p>
      </dgm:t>
    </dgm:pt>
    <dgm:pt modelId="{CB12C759-4F6C-4552-B77B-C740993BDC11}" type="parTrans" cxnId="{34969079-17DA-4B06-B8CC-D78310753E00}">
      <dgm:prSet/>
      <dgm:spPr/>
      <dgm:t>
        <a:bodyPr/>
        <a:lstStyle/>
        <a:p>
          <a:endParaRPr lang="en-IN"/>
        </a:p>
      </dgm:t>
    </dgm:pt>
    <dgm:pt modelId="{FE169C13-1463-40AE-9905-60D4719D14D4}" type="sibTrans" cxnId="{34969079-17DA-4B06-B8CC-D78310753E00}">
      <dgm:prSet/>
      <dgm:spPr/>
      <dgm:t>
        <a:bodyPr/>
        <a:lstStyle/>
        <a:p>
          <a:endParaRPr lang="en-IN"/>
        </a:p>
      </dgm:t>
    </dgm:pt>
    <dgm:pt modelId="{1E8706C4-F2EC-4368-BB11-A037E1DC9C8B}">
      <dgm:prSet/>
      <dgm:spPr/>
      <dgm:t>
        <a:bodyPr/>
        <a:lstStyle/>
        <a:p>
          <a:pPr>
            <a:buNone/>
          </a:pPr>
          <a:r>
            <a:rPr lang="en-IN" dirty="0"/>
            <a:t>Microsoft Defender for Cloud</a:t>
          </a:r>
        </a:p>
      </dgm:t>
    </dgm:pt>
    <dgm:pt modelId="{81DC978E-3451-44B3-B82A-85B9B2BCAB5A}" type="parTrans" cxnId="{5D50483A-BFE7-4C80-B41C-CBAD400B4685}">
      <dgm:prSet/>
      <dgm:spPr/>
      <dgm:t>
        <a:bodyPr/>
        <a:lstStyle/>
        <a:p>
          <a:endParaRPr lang="en-IN"/>
        </a:p>
      </dgm:t>
    </dgm:pt>
    <dgm:pt modelId="{90851072-1E20-4351-84FB-1A712CB40622}" type="sibTrans" cxnId="{5D50483A-BFE7-4C80-B41C-CBAD400B4685}">
      <dgm:prSet/>
      <dgm:spPr/>
      <dgm:t>
        <a:bodyPr/>
        <a:lstStyle/>
        <a:p>
          <a:endParaRPr lang="en-IN"/>
        </a:p>
      </dgm:t>
    </dgm:pt>
    <dgm:pt modelId="{993045BC-C2EA-44C9-BE72-CA7F067B5B99}">
      <dgm:prSet/>
      <dgm:spPr/>
      <dgm:t>
        <a:bodyPr/>
        <a:lstStyle/>
        <a:p>
          <a:pPr>
            <a:buNone/>
          </a:pPr>
          <a:r>
            <a:rPr lang="en-IN" dirty="0"/>
            <a:t>Azure Backup &amp; Recovery</a:t>
          </a:r>
        </a:p>
      </dgm:t>
    </dgm:pt>
    <dgm:pt modelId="{0F21002B-9CB1-4BD6-BB1D-F9799D7A4955}" type="parTrans" cxnId="{47537607-F3AD-4091-A5D8-CFC515AE6256}">
      <dgm:prSet/>
      <dgm:spPr/>
      <dgm:t>
        <a:bodyPr/>
        <a:lstStyle/>
        <a:p>
          <a:endParaRPr lang="en-IN"/>
        </a:p>
      </dgm:t>
    </dgm:pt>
    <dgm:pt modelId="{46A1D490-864B-4273-BAEF-0F49F2E007E9}" type="sibTrans" cxnId="{47537607-F3AD-4091-A5D8-CFC515AE6256}">
      <dgm:prSet/>
      <dgm:spPr/>
      <dgm:t>
        <a:bodyPr/>
        <a:lstStyle/>
        <a:p>
          <a:endParaRPr lang="en-IN"/>
        </a:p>
      </dgm:t>
    </dgm:pt>
    <dgm:pt modelId="{7F06D173-BB80-41C3-975D-B0AB82059A2E}">
      <dgm:prSet/>
      <dgm:spPr/>
      <dgm:t>
        <a:bodyPr/>
        <a:lstStyle/>
        <a:p>
          <a:pPr>
            <a:buNone/>
          </a:pPr>
          <a:r>
            <a:rPr lang="en-IN" dirty="0"/>
            <a:t>Azure Cost Management</a:t>
          </a:r>
        </a:p>
      </dgm:t>
    </dgm:pt>
    <dgm:pt modelId="{4CCA1547-A642-4BA6-A424-972B110E4DBE}" type="parTrans" cxnId="{EF81268B-29D4-4C3A-AE8E-8CB038AFE933}">
      <dgm:prSet/>
      <dgm:spPr/>
      <dgm:t>
        <a:bodyPr/>
        <a:lstStyle/>
        <a:p>
          <a:endParaRPr lang="en-IN"/>
        </a:p>
      </dgm:t>
    </dgm:pt>
    <dgm:pt modelId="{EDBEA18B-6F72-468F-8084-4618B6B4CB87}" type="sibTrans" cxnId="{EF81268B-29D4-4C3A-AE8E-8CB038AFE933}">
      <dgm:prSet/>
      <dgm:spPr/>
      <dgm:t>
        <a:bodyPr/>
        <a:lstStyle/>
        <a:p>
          <a:endParaRPr lang="en-IN"/>
        </a:p>
      </dgm:t>
    </dgm:pt>
    <dgm:pt modelId="{EB8FE2F8-B2F1-44F9-BB94-791FDC007B60}">
      <dgm:prSet/>
      <dgm:spPr/>
      <dgm:t>
        <a:bodyPr/>
        <a:lstStyle/>
        <a:p>
          <a:pPr>
            <a:buNone/>
          </a:pPr>
          <a:r>
            <a:rPr lang="en-IN" dirty="0"/>
            <a:t>Training &amp; Documentation</a:t>
          </a:r>
        </a:p>
      </dgm:t>
    </dgm:pt>
    <dgm:pt modelId="{F98534DB-0C1C-4252-AF07-9D7EDB898978}" type="parTrans" cxnId="{C40BB8D4-4F67-44DF-9B1A-BDBF2835010E}">
      <dgm:prSet/>
      <dgm:spPr/>
      <dgm:t>
        <a:bodyPr/>
        <a:lstStyle/>
        <a:p>
          <a:endParaRPr lang="en-IN"/>
        </a:p>
      </dgm:t>
    </dgm:pt>
    <dgm:pt modelId="{46DCB263-1D16-4307-A298-36C67F7E4366}" type="sibTrans" cxnId="{C40BB8D4-4F67-44DF-9B1A-BDBF2835010E}">
      <dgm:prSet/>
      <dgm:spPr/>
      <dgm:t>
        <a:bodyPr/>
        <a:lstStyle/>
        <a:p>
          <a:endParaRPr lang="en-IN"/>
        </a:p>
      </dgm:t>
    </dgm:pt>
    <dgm:pt modelId="{CF053B6D-3148-427A-9371-8E0A719D9B8E}" type="pres">
      <dgm:prSet presAssocID="{D404F660-AE82-467F-B18E-966F622734E2}" presName="Name0" presStyleCnt="0">
        <dgm:presLayoutVars>
          <dgm:dir/>
          <dgm:animLvl val="lvl"/>
          <dgm:resizeHandles val="exact"/>
        </dgm:presLayoutVars>
      </dgm:prSet>
      <dgm:spPr/>
    </dgm:pt>
    <dgm:pt modelId="{EA5385DF-69FF-4716-8124-9D60F9C55F22}" type="pres">
      <dgm:prSet presAssocID="{4DB6B819-1480-49B0-8AF7-F68EB3A5844B}" presName="boxAndChildren" presStyleCnt="0"/>
      <dgm:spPr/>
    </dgm:pt>
    <dgm:pt modelId="{8AAA77B4-2772-4D54-B7AB-CF6D2B4E47BF}" type="pres">
      <dgm:prSet presAssocID="{4DB6B819-1480-49B0-8AF7-F68EB3A5844B}" presName="parentTextBox" presStyleLbl="node1" presStyleIdx="0" presStyleCnt="2"/>
      <dgm:spPr/>
    </dgm:pt>
    <dgm:pt modelId="{223B82AC-62E1-428F-8916-6C21F6ACD4EA}" type="pres">
      <dgm:prSet presAssocID="{4DB6B819-1480-49B0-8AF7-F68EB3A5844B}" presName="entireBox" presStyleLbl="node1" presStyleIdx="0" presStyleCnt="2"/>
      <dgm:spPr/>
    </dgm:pt>
    <dgm:pt modelId="{D57FE7F0-3821-4673-B498-F0A55492FEB9}" type="pres">
      <dgm:prSet presAssocID="{4DB6B819-1480-49B0-8AF7-F68EB3A5844B}" presName="descendantBox" presStyleCnt="0"/>
      <dgm:spPr/>
    </dgm:pt>
    <dgm:pt modelId="{0A311B03-EEEE-448C-8BB0-7E29190363E0}" type="pres">
      <dgm:prSet presAssocID="{6BE743DA-7B7B-4F8C-9CAE-E6FB1B346ACB}" presName="childTextBox" presStyleLbl="fgAccFollowNode1" presStyleIdx="0" presStyleCnt="10">
        <dgm:presLayoutVars>
          <dgm:bulletEnabled val="1"/>
        </dgm:presLayoutVars>
      </dgm:prSet>
      <dgm:spPr/>
    </dgm:pt>
    <dgm:pt modelId="{299BF288-F9C9-4203-8AD5-3631334E668B}" type="pres">
      <dgm:prSet presAssocID="{1E8706C4-F2EC-4368-BB11-A037E1DC9C8B}" presName="childTextBox" presStyleLbl="fgAccFollowNode1" presStyleIdx="1" presStyleCnt="10">
        <dgm:presLayoutVars>
          <dgm:bulletEnabled val="1"/>
        </dgm:presLayoutVars>
      </dgm:prSet>
      <dgm:spPr/>
    </dgm:pt>
    <dgm:pt modelId="{F4F250FD-01BC-4D4C-9E36-5CD3255BF45F}" type="pres">
      <dgm:prSet presAssocID="{993045BC-C2EA-44C9-BE72-CA7F067B5B99}" presName="childTextBox" presStyleLbl="fgAccFollowNode1" presStyleIdx="2" presStyleCnt="10">
        <dgm:presLayoutVars>
          <dgm:bulletEnabled val="1"/>
        </dgm:presLayoutVars>
      </dgm:prSet>
      <dgm:spPr/>
    </dgm:pt>
    <dgm:pt modelId="{B8BCF825-784D-4B43-A067-9482A20D8019}" type="pres">
      <dgm:prSet presAssocID="{7F06D173-BB80-41C3-975D-B0AB82059A2E}" presName="childTextBox" presStyleLbl="fgAccFollowNode1" presStyleIdx="3" presStyleCnt="10">
        <dgm:presLayoutVars>
          <dgm:bulletEnabled val="1"/>
        </dgm:presLayoutVars>
      </dgm:prSet>
      <dgm:spPr/>
    </dgm:pt>
    <dgm:pt modelId="{8338D653-21CD-433D-8EFA-2BB405390CE4}" type="pres">
      <dgm:prSet presAssocID="{EB8FE2F8-B2F1-44F9-BB94-791FDC007B60}" presName="childTextBox" presStyleLbl="fgAccFollowNode1" presStyleIdx="4" presStyleCnt="10">
        <dgm:presLayoutVars>
          <dgm:bulletEnabled val="1"/>
        </dgm:presLayoutVars>
      </dgm:prSet>
      <dgm:spPr/>
    </dgm:pt>
    <dgm:pt modelId="{B18FE150-69D2-4C32-A988-A36CEC779523}" type="pres">
      <dgm:prSet presAssocID="{3DA51C89-18FC-44DA-987B-0BA8DE838CC7}" presName="sp" presStyleCnt="0"/>
      <dgm:spPr/>
    </dgm:pt>
    <dgm:pt modelId="{7DCAA33B-74F0-433E-AD35-0AA6BC03978B}" type="pres">
      <dgm:prSet presAssocID="{00A6A223-F51E-48B3-BF98-758F0F3C0270}" presName="arrowAndChildren" presStyleCnt="0"/>
      <dgm:spPr/>
    </dgm:pt>
    <dgm:pt modelId="{929C020F-ABD2-493D-8D2B-77C8D7D0B7A5}" type="pres">
      <dgm:prSet presAssocID="{00A6A223-F51E-48B3-BF98-758F0F3C0270}" presName="parentTextArrow" presStyleLbl="node1" presStyleIdx="0" presStyleCnt="2"/>
      <dgm:spPr/>
    </dgm:pt>
    <dgm:pt modelId="{1499C053-71F7-4A71-97A6-03EC41608EDF}" type="pres">
      <dgm:prSet presAssocID="{00A6A223-F51E-48B3-BF98-758F0F3C0270}" presName="arrow" presStyleLbl="node1" presStyleIdx="1" presStyleCnt="2"/>
      <dgm:spPr/>
    </dgm:pt>
    <dgm:pt modelId="{89C12C52-02B6-4BA1-B1E9-674438540208}" type="pres">
      <dgm:prSet presAssocID="{00A6A223-F51E-48B3-BF98-758F0F3C0270}" presName="descendantArrow" presStyleCnt="0"/>
      <dgm:spPr/>
    </dgm:pt>
    <dgm:pt modelId="{4E066971-7057-488F-9CCF-36257CF3BA74}" type="pres">
      <dgm:prSet presAssocID="{A4E5CA02-6CF4-45F7-9EB4-50B5578A7DD3}" presName="childTextArrow" presStyleLbl="fgAccFollowNode1" presStyleIdx="5" presStyleCnt="10">
        <dgm:presLayoutVars>
          <dgm:bulletEnabled val="1"/>
        </dgm:presLayoutVars>
      </dgm:prSet>
      <dgm:spPr/>
    </dgm:pt>
    <dgm:pt modelId="{3D606E1A-0E9E-4458-A8EC-CAE365F6E695}" type="pres">
      <dgm:prSet presAssocID="{C9EED41A-0535-4825-9F26-1CA559B0D9CB}" presName="childTextArrow" presStyleLbl="fgAccFollowNode1" presStyleIdx="6" presStyleCnt="10">
        <dgm:presLayoutVars>
          <dgm:bulletEnabled val="1"/>
        </dgm:presLayoutVars>
      </dgm:prSet>
      <dgm:spPr/>
    </dgm:pt>
    <dgm:pt modelId="{9367D719-8741-4E4F-A8C4-425D877954AF}" type="pres">
      <dgm:prSet presAssocID="{A0F81356-971C-458B-AD99-9F618CD7B1DF}" presName="childTextArrow" presStyleLbl="fgAccFollowNode1" presStyleIdx="7" presStyleCnt="10">
        <dgm:presLayoutVars>
          <dgm:bulletEnabled val="1"/>
        </dgm:presLayoutVars>
      </dgm:prSet>
      <dgm:spPr/>
    </dgm:pt>
    <dgm:pt modelId="{710482C8-3AD4-47FD-8CBA-A17974666D49}" type="pres">
      <dgm:prSet presAssocID="{9FB3E717-A6DE-4D8B-B569-F59794D668D8}" presName="childTextArrow" presStyleLbl="fgAccFollowNode1" presStyleIdx="8" presStyleCnt="10">
        <dgm:presLayoutVars>
          <dgm:bulletEnabled val="1"/>
        </dgm:presLayoutVars>
      </dgm:prSet>
      <dgm:spPr/>
    </dgm:pt>
    <dgm:pt modelId="{BA2670BE-95AB-41FD-BC75-40EBD96DDC49}" type="pres">
      <dgm:prSet presAssocID="{49F3CE22-0EA5-4428-B570-72A4D76C3D03}" presName="childTextArrow" presStyleLbl="fgAccFollowNode1" presStyleIdx="9" presStyleCnt="10">
        <dgm:presLayoutVars>
          <dgm:bulletEnabled val="1"/>
        </dgm:presLayoutVars>
      </dgm:prSet>
      <dgm:spPr/>
    </dgm:pt>
  </dgm:ptLst>
  <dgm:cxnLst>
    <dgm:cxn modelId="{47537607-F3AD-4091-A5D8-CFC515AE6256}" srcId="{4DB6B819-1480-49B0-8AF7-F68EB3A5844B}" destId="{993045BC-C2EA-44C9-BE72-CA7F067B5B99}" srcOrd="2" destOrd="0" parTransId="{0F21002B-9CB1-4BD6-BB1D-F9799D7A4955}" sibTransId="{46A1D490-864B-4273-BAEF-0F49F2E007E9}"/>
    <dgm:cxn modelId="{14A65918-32EE-4407-BC7A-69F7DC6AF3EF}" type="presOf" srcId="{00A6A223-F51E-48B3-BF98-758F0F3C0270}" destId="{929C020F-ABD2-493D-8D2B-77C8D7D0B7A5}" srcOrd="0" destOrd="0" presId="urn:microsoft.com/office/officeart/2005/8/layout/process4"/>
    <dgm:cxn modelId="{D5F9AA2C-8340-4CDF-B975-E54F12BA4390}" srcId="{D404F660-AE82-467F-B18E-966F622734E2}" destId="{4DB6B819-1480-49B0-8AF7-F68EB3A5844B}" srcOrd="1" destOrd="0" parTransId="{AB08AA29-8A52-405E-86B1-DF1B2E5F82D4}" sibTransId="{0B34D8AA-6DA1-4E7F-8682-025B2714801A}"/>
    <dgm:cxn modelId="{C538D330-A4F0-4AD0-98EE-A2AEBE5956C8}" type="presOf" srcId="{A4E5CA02-6CF4-45F7-9EB4-50B5578A7DD3}" destId="{4E066971-7057-488F-9CCF-36257CF3BA74}" srcOrd="0" destOrd="0" presId="urn:microsoft.com/office/officeart/2005/8/layout/process4"/>
    <dgm:cxn modelId="{CF61E430-B5CC-4F42-BBEB-A758C01A9E28}" type="presOf" srcId="{993045BC-C2EA-44C9-BE72-CA7F067B5B99}" destId="{F4F250FD-01BC-4D4C-9E36-5CD3255BF45F}" srcOrd="0" destOrd="0" presId="urn:microsoft.com/office/officeart/2005/8/layout/process4"/>
    <dgm:cxn modelId="{763D3231-AA56-4B81-82D3-C3EE389DE517}" type="presOf" srcId="{7F06D173-BB80-41C3-975D-B0AB82059A2E}" destId="{B8BCF825-784D-4B43-A067-9482A20D8019}" srcOrd="0" destOrd="0" presId="urn:microsoft.com/office/officeart/2005/8/layout/process4"/>
    <dgm:cxn modelId="{5D50483A-BFE7-4C80-B41C-CBAD400B4685}" srcId="{4DB6B819-1480-49B0-8AF7-F68EB3A5844B}" destId="{1E8706C4-F2EC-4368-BB11-A037E1DC9C8B}" srcOrd="1" destOrd="0" parTransId="{81DC978E-3451-44B3-B82A-85B9B2BCAB5A}" sibTransId="{90851072-1E20-4351-84FB-1A712CB40622}"/>
    <dgm:cxn modelId="{9D6DEC4A-5D3C-406A-BAEE-13D5E48BB737}" type="presOf" srcId="{9FB3E717-A6DE-4D8B-B569-F59794D668D8}" destId="{710482C8-3AD4-47FD-8CBA-A17974666D49}" srcOrd="0" destOrd="0" presId="urn:microsoft.com/office/officeart/2005/8/layout/process4"/>
    <dgm:cxn modelId="{7A44626F-6EBC-49B0-AF3E-223BA65BB6F2}" srcId="{00A6A223-F51E-48B3-BF98-758F0F3C0270}" destId="{9FB3E717-A6DE-4D8B-B569-F59794D668D8}" srcOrd="3" destOrd="0" parTransId="{1D7F048E-4D15-4A43-AF09-607B14C4EBC6}" sibTransId="{294334AB-F058-4C5C-9C9E-D4EC93FBF806}"/>
    <dgm:cxn modelId="{69A6B050-00E0-41E6-9E68-E69D81B74304}" type="presOf" srcId="{6BE743DA-7B7B-4F8C-9CAE-E6FB1B346ACB}" destId="{0A311B03-EEEE-448C-8BB0-7E29190363E0}" srcOrd="0" destOrd="0" presId="urn:microsoft.com/office/officeart/2005/8/layout/process4"/>
    <dgm:cxn modelId="{8060AA71-CE77-4F44-B8F4-E62E65B87BF2}" type="presOf" srcId="{00A6A223-F51E-48B3-BF98-758F0F3C0270}" destId="{1499C053-71F7-4A71-97A6-03EC41608EDF}" srcOrd="1" destOrd="0" presId="urn:microsoft.com/office/officeart/2005/8/layout/process4"/>
    <dgm:cxn modelId="{F9FA6476-E1EE-4CFF-925B-0C6EB3772B84}" type="presOf" srcId="{4DB6B819-1480-49B0-8AF7-F68EB3A5844B}" destId="{8AAA77B4-2772-4D54-B7AB-CF6D2B4E47BF}" srcOrd="0" destOrd="0" presId="urn:microsoft.com/office/officeart/2005/8/layout/process4"/>
    <dgm:cxn modelId="{34969079-17DA-4B06-B8CC-D78310753E00}" srcId="{00A6A223-F51E-48B3-BF98-758F0F3C0270}" destId="{49F3CE22-0EA5-4428-B570-72A4D76C3D03}" srcOrd="4" destOrd="0" parTransId="{CB12C759-4F6C-4552-B77B-C740993BDC11}" sibTransId="{FE169C13-1463-40AE-9905-60D4719D14D4}"/>
    <dgm:cxn modelId="{4B9D7B5A-5615-4AC6-900E-8BEB86EFA6F0}" type="presOf" srcId="{D404F660-AE82-467F-B18E-966F622734E2}" destId="{CF053B6D-3148-427A-9371-8E0A719D9B8E}" srcOrd="0" destOrd="0" presId="urn:microsoft.com/office/officeart/2005/8/layout/process4"/>
    <dgm:cxn modelId="{DB2DE15A-82BD-4C34-9345-597601F32A8E}" type="presOf" srcId="{4DB6B819-1480-49B0-8AF7-F68EB3A5844B}" destId="{223B82AC-62E1-428F-8916-6C21F6ACD4EA}" srcOrd="1" destOrd="0" presId="urn:microsoft.com/office/officeart/2005/8/layout/process4"/>
    <dgm:cxn modelId="{82645D88-98C5-4CE2-9403-469E92FD8136}" srcId="{00A6A223-F51E-48B3-BF98-758F0F3C0270}" destId="{A0F81356-971C-458B-AD99-9F618CD7B1DF}" srcOrd="2" destOrd="0" parTransId="{EE4D237D-5CDD-4A0E-9E92-0EC1224E9F81}" sibTransId="{0FC41694-0324-4FC9-A579-E4088B691B69}"/>
    <dgm:cxn modelId="{EF81268B-29D4-4C3A-AE8E-8CB038AFE933}" srcId="{4DB6B819-1480-49B0-8AF7-F68EB3A5844B}" destId="{7F06D173-BB80-41C3-975D-B0AB82059A2E}" srcOrd="3" destOrd="0" parTransId="{4CCA1547-A642-4BA6-A424-972B110E4DBE}" sibTransId="{EDBEA18B-6F72-468F-8084-4618B6B4CB87}"/>
    <dgm:cxn modelId="{16A9E68B-96D4-415D-9C0D-5C77CE351B3D}" type="presOf" srcId="{A0F81356-971C-458B-AD99-9F618CD7B1DF}" destId="{9367D719-8741-4E4F-A8C4-425D877954AF}" srcOrd="0" destOrd="0" presId="urn:microsoft.com/office/officeart/2005/8/layout/process4"/>
    <dgm:cxn modelId="{FBFC4090-6165-4337-A626-3BF0134A905C}" srcId="{4DB6B819-1480-49B0-8AF7-F68EB3A5844B}" destId="{6BE743DA-7B7B-4F8C-9CAE-E6FB1B346ACB}" srcOrd="0" destOrd="0" parTransId="{54555EC1-3A08-4A06-A261-4ED46E8D6220}" sibTransId="{256A6109-8AAA-475C-8DDB-7D35C9701EF2}"/>
    <dgm:cxn modelId="{1EAF0A91-DBA3-4A01-9758-F43958F077A1}" srcId="{D404F660-AE82-467F-B18E-966F622734E2}" destId="{00A6A223-F51E-48B3-BF98-758F0F3C0270}" srcOrd="0" destOrd="0" parTransId="{8A5C4BC0-FAC6-4423-A047-F5ADAF8C452F}" sibTransId="{3DA51C89-18FC-44DA-987B-0BA8DE838CC7}"/>
    <dgm:cxn modelId="{ED6E78A5-5E01-48F0-95E2-D79AEA97CAC7}" type="presOf" srcId="{1E8706C4-F2EC-4368-BB11-A037E1DC9C8B}" destId="{299BF288-F9C9-4203-8AD5-3631334E668B}" srcOrd="0" destOrd="0" presId="urn:microsoft.com/office/officeart/2005/8/layout/process4"/>
    <dgm:cxn modelId="{270AC0B0-0592-4140-8900-9DFC5B161318}" type="presOf" srcId="{49F3CE22-0EA5-4428-B570-72A4D76C3D03}" destId="{BA2670BE-95AB-41FD-BC75-40EBD96DDC49}" srcOrd="0" destOrd="0" presId="urn:microsoft.com/office/officeart/2005/8/layout/process4"/>
    <dgm:cxn modelId="{7A0906C8-071B-423C-A56B-EBB461D04B17}" srcId="{00A6A223-F51E-48B3-BF98-758F0F3C0270}" destId="{A4E5CA02-6CF4-45F7-9EB4-50B5578A7DD3}" srcOrd="0" destOrd="0" parTransId="{96041563-47E0-48B8-B0E7-0B02A8D654E5}" sibTransId="{CAE1913E-88A5-4EE2-B9EC-05E75A26ABE3}"/>
    <dgm:cxn modelId="{F2A6F2CB-84F4-401E-B950-31D38E8973E4}" srcId="{00A6A223-F51E-48B3-BF98-758F0F3C0270}" destId="{C9EED41A-0535-4825-9F26-1CA559B0D9CB}" srcOrd="1" destOrd="0" parTransId="{8417FD2F-ABE0-4DCE-8A4D-4B6324E65C4D}" sibTransId="{E6B45A2A-91CA-4B00-B154-BB4216D826A0}"/>
    <dgm:cxn modelId="{C40BB8D4-4F67-44DF-9B1A-BDBF2835010E}" srcId="{4DB6B819-1480-49B0-8AF7-F68EB3A5844B}" destId="{EB8FE2F8-B2F1-44F9-BB94-791FDC007B60}" srcOrd="4" destOrd="0" parTransId="{F98534DB-0C1C-4252-AF07-9D7EDB898978}" sibTransId="{46DCB263-1D16-4307-A298-36C67F7E4366}"/>
    <dgm:cxn modelId="{F0AB77DF-5411-4C1E-8270-CFC8F2BF542A}" type="presOf" srcId="{C9EED41A-0535-4825-9F26-1CA559B0D9CB}" destId="{3D606E1A-0E9E-4458-A8EC-CAE365F6E695}" srcOrd="0" destOrd="0" presId="urn:microsoft.com/office/officeart/2005/8/layout/process4"/>
    <dgm:cxn modelId="{FB77E3F0-41F3-4691-936C-59988E41BBA1}" type="presOf" srcId="{EB8FE2F8-B2F1-44F9-BB94-791FDC007B60}" destId="{8338D653-21CD-433D-8EFA-2BB405390CE4}" srcOrd="0" destOrd="0" presId="urn:microsoft.com/office/officeart/2005/8/layout/process4"/>
    <dgm:cxn modelId="{6F00FCD6-92C4-49D4-BA87-873AF81475B9}" type="presParOf" srcId="{CF053B6D-3148-427A-9371-8E0A719D9B8E}" destId="{EA5385DF-69FF-4716-8124-9D60F9C55F22}" srcOrd="0" destOrd="0" presId="urn:microsoft.com/office/officeart/2005/8/layout/process4"/>
    <dgm:cxn modelId="{618C1E9D-C790-4018-BCB2-A7BF03512F74}" type="presParOf" srcId="{EA5385DF-69FF-4716-8124-9D60F9C55F22}" destId="{8AAA77B4-2772-4D54-B7AB-CF6D2B4E47BF}" srcOrd="0" destOrd="0" presId="urn:microsoft.com/office/officeart/2005/8/layout/process4"/>
    <dgm:cxn modelId="{8C3F821B-8E34-41D6-AD96-06E5005CDB4F}" type="presParOf" srcId="{EA5385DF-69FF-4716-8124-9D60F9C55F22}" destId="{223B82AC-62E1-428F-8916-6C21F6ACD4EA}" srcOrd="1" destOrd="0" presId="urn:microsoft.com/office/officeart/2005/8/layout/process4"/>
    <dgm:cxn modelId="{6B3506DD-6E0D-4FFA-AA1B-5645FAF85127}" type="presParOf" srcId="{EA5385DF-69FF-4716-8124-9D60F9C55F22}" destId="{D57FE7F0-3821-4673-B498-F0A55492FEB9}" srcOrd="2" destOrd="0" presId="urn:microsoft.com/office/officeart/2005/8/layout/process4"/>
    <dgm:cxn modelId="{C4736C05-39F8-4F0C-882F-E6F0196B0FD8}" type="presParOf" srcId="{D57FE7F0-3821-4673-B498-F0A55492FEB9}" destId="{0A311B03-EEEE-448C-8BB0-7E29190363E0}" srcOrd="0" destOrd="0" presId="urn:microsoft.com/office/officeart/2005/8/layout/process4"/>
    <dgm:cxn modelId="{7B80329D-D359-47C3-99AD-8A1C881781BD}" type="presParOf" srcId="{D57FE7F0-3821-4673-B498-F0A55492FEB9}" destId="{299BF288-F9C9-4203-8AD5-3631334E668B}" srcOrd="1" destOrd="0" presId="urn:microsoft.com/office/officeart/2005/8/layout/process4"/>
    <dgm:cxn modelId="{B1E0F29A-9C3C-4176-88C9-5927FE89867F}" type="presParOf" srcId="{D57FE7F0-3821-4673-B498-F0A55492FEB9}" destId="{F4F250FD-01BC-4D4C-9E36-5CD3255BF45F}" srcOrd="2" destOrd="0" presId="urn:microsoft.com/office/officeart/2005/8/layout/process4"/>
    <dgm:cxn modelId="{93D103E1-3910-4D33-9A73-3969A70E1B9C}" type="presParOf" srcId="{D57FE7F0-3821-4673-B498-F0A55492FEB9}" destId="{B8BCF825-784D-4B43-A067-9482A20D8019}" srcOrd="3" destOrd="0" presId="urn:microsoft.com/office/officeart/2005/8/layout/process4"/>
    <dgm:cxn modelId="{A7819DB0-6212-4F00-8519-7C6ED8642B21}" type="presParOf" srcId="{D57FE7F0-3821-4673-B498-F0A55492FEB9}" destId="{8338D653-21CD-433D-8EFA-2BB405390CE4}" srcOrd="4" destOrd="0" presId="urn:microsoft.com/office/officeart/2005/8/layout/process4"/>
    <dgm:cxn modelId="{F259FBD2-2503-4298-9E80-58CDEB710473}" type="presParOf" srcId="{CF053B6D-3148-427A-9371-8E0A719D9B8E}" destId="{B18FE150-69D2-4C32-A988-A36CEC779523}" srcOrd="1" destOrd="0" presId="urn:microsoft.com/office/officeart/2005/8/layout/process4"/>
    <dgm:cxn modelId="{0AA08579-1895-4609-AEFD-9394E27E65AF}" type="presParOf" srcId="{CF053B6D-3148-427A-9371-8E0A719D9B8E}" destId="{7DCAA33B-74F0-433E-AD35-0AA6BC03978B}" srcOrd="2" destOrd="0" presId="urn:microsoft.com/office/officeart/2005/8/layout/process4"/>
    <dgm:cxn modelId="{1E26DB54-CFF0-4221-97FB-9F8FA2C7432D}" type="presParOf" srcId="{7DCAA33B-74F0-433E-AD35-0AA6BC03978B}" destId="{929C020F-ABD2-493D-8D2B-77C8D7D0B7A5}" srcOrd="0" destOrd="0" presId="urn:microsoft.com/office/officeart/2005/8/layout/process4"/>
    <dgm:cxn modelId="{C8B792E2-AC0C-41A0-A9D6-12A289F7E89B}" type="presParOf" srcId="{7DCAA33B-74F0-433E-AD35-0AA6BC03978B}" destId="{1499C053-71F7-4A71-97A6-03EC41608EDF}" srcOrd="1" destOrd="0" presId="urn:microsoft.com/office/officeart/2005/8/layout/process4"/>
    <dgm:cxn modelId="{99A12B8E-BC79-4945-ADB1-11E22756F498}" type="presParOf" srcId="{7DCAA33B-74F0-433E-AD35-0AA6BC03978B}" destId="{89C12C52-02B6-4BA1-B1E9-674438540208}" srcOrd="2" destOrd="0" presId="urn:microsoft.com/office/officeart/2005/8/layout/process4"/>
    <dgm:cxn modelId="{18FEC388-B7D3-4208-929B-DEA5A4FD9ADF}" type="presParOf" srcId="{89C12C52-02B6-4BA1-B1E9-674438540208}" destId="{4E066971-7057-488F-9CCF-36257CF3BA74}" srcOrd="0" destOrd="0" presId="urn:microsoft.com/office/officeart/2005/8/layout/process4"/>
    <dgm:cxn modelId="{AC6D8DB5-6E15-4339-BC72-66EB09C1C698}" type="presParOf" srcId="{89C12C52-02B6-4BA1-B1E9-674438540208}" destId="{3D606E1A-0E9E-4458-A8EC-CAE365F6E695}" srcOrd="1" destOrd="0" presId="urn:microsoft.com/office/officeart/2005/8/layout/process4"/>
    <dgm:cxn modelId="{8D05B1F2-A1A3-442E-AE50-39034BF66D5D}" type="presParOf" srcId="{89C12C52-02B6-4BA1-B1E9-674438540208}" destId="{9367D719-8741-4E4F-A8C4-425D877954AF}" srcOrd="2" destOrd="0" presId="urn:microsoft.com/office/officeart/2005/8/layout/process4"/>
    <dgm:cxn modelId="{7D2CFAA7-72AC-4611-A4EC-5B7324CAF519}" type="presParOf" srcId="{89C12C52-02B6-4BA1-B1E9-674438540208}" destId="{710482C8-3AD4-47FD-8CBA-A17974666D49}" srcOrd="3" destOrd="0" presId="urn:microsoft.com/office/officeart/2005/8/layout/process4"/>
    <dgm:cxn modelId="{DF8E8264-1353-48A2-AB7C-6BD4EBB43B95}" type="presParOf" srcId="{89C12C52-02B6-4BA1-B1E9-674438540208}" destId="{BA2670BE-95AB-41FD-BC75-40EBD96DDC49}" srcOrd="4"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D749744-1EE7-4DF4-AF46-FFA70EFF1DA5}" type="doc">
      <dgm:prSet loTypeId="urn:microsoft.com/office/officeart/2005/8/layout/hList6" loCatId="list" qsTypeId="urn:microsoft.com/office/officeart/2005/8/quickstyle/simple1" qsCatId="simple" csTypeId="urn:microsoft.com/office/officeart/2005/8/colors/colorful2" csCatId="colorful" phldr="1"/>
      <dgm:spPr/>
      <dgm:t>
        <a:bodyPr/>
        <a:lstStyle/>
        <a:p>
          <a:endParaRPr lang="en-IN"/>
        </a:p>
      </dgm:t>
    </dgm:pt>
    <dgm:pt modelId="{91281287-BB2C-4D6A-8AA6-DB6186A5AC70}">
      <dgm:prSet phldrT="[Text]"/>
      <dgm:spPr/>
      <dgm:t>
        <a:bodyPr/>
        <a:lstStyle/>
        <a:p>
          <a:pPr>
            <a:buNone/>
          </a:pPr>
          <a:r>
            <a:rPr lang="en-IN" dirty="0"/>
            <a:t>Project Conclusion</a:t>
          </a:r>
        </a:p>
      </dgm:t>
    </dgm:pt>
    <dgm:pt modelId="{9D1C4FD3-4132-4858-94E4-FDD1B3836FED}" type="parTrans" cxnId="{00699046-3003-451F-B10B-3AB39D8811DC}">
      <dgm:prSet/>
      <dgm:spPr/>
      <dgm:t>
        <a:bodyPr/>
        <a:lstStyle/>
        <a:p>
          <a:endParaRPr lang="en-IN"/>
        </a:p>
      </dgm:t>
    </dgm:pt>
    <dgm:pt modelId="{6C0F65DE-F01E-4B93-9388-7F3655932BE1}" type="sibTrans" cxnId="{00699046-3003-451F-B10B-3AB39D8811DC}">
      <dgm:prSet/>
      <dgm:spPr/>
      <dgm:t>
        <a:bodyPr/>
        <a:lstStyle/>
        <a:p>
          <a:endParaRPr lang="en-IN"/>
        </a:p>
      </dgm:t>
    </dgm:pt>
    <dgm:pt modelId="{6F06B4F1-8FE6-4812-B664-C3F6EB74FA5F}">
      <dgm:prSet phldrT="[Text]"/>
      <dgm:spPr/>
      <dgm:t>
        <a:bodyPr/>
        <a:lstStyle/>
        <a:p>
          <a:pPr>
            <a:buNone/>
          </a:pPr>
          <a:r>
            <a:rPr lang="en-IN" dirty="0"/>
            <a:t>Future Enhancements</a:t>
          </a:r>
        </a:p>
      </dgm:t>
    </dgm:pt>
    <dgm:pt modelId="{6CB98998-39C8-463D-918B-37C37E8F8FA1}" type="parTrans" cxnId="{083D9E4D-0CB3-46E5-842B-69F773E43B02}">
      <dgm:prSet/>
      <dgm:spPr/>
      <dgm:t>
        <a:bodyPr/>
        <a:lstStyle/>
        <a:p>
          <a:endParaRPr lang="en-IN"/>
        </a:p>
      </dgm:t>
    </dgm:pt>
    <dgm:pt modelId="{7C91F52E-C247-4A43-B73A-F57520FCA09F}" type="sibTrans" cxnId="{083D9E4D-0CB3-46E5-842B-69F773E43B02}">
      <dgm:prSet/>
      <dgm:spPr/>
      <dgm:t>
        <a:bodyPr/>
        <a:lstStyle/>
        <a:p>
          <a:endParaRPr lang="en-IN"/>
        </a:p>
      </dgm:t>
    </dgm:pt>
    <dgm:pt modelId="{3EC26E6D-7FFB-44A5-A3B5-B205ED7AAF43}">
      <dgm:prSet phldrT="[Text]"/>
      <dgm:spPr/>
      <dgm:t>
        <a:bodyPr/>
        <a:lstStyle/>
        <a:p>
          <a:pPr>
            <a:buNone/>
          </a:pPr>
          <a:r>
            <a:rPr lang="en-IN" dirty="0"/>
            <a:t>🤖 AI Integration</a:t>
          </a:r>
        </a:p>
      </dgm:t>
    </dgm:pt>
    <dgm:pt modelId="{52EC49D4-EFD7-45F2-AECA-1B0C7038F212}" type="parTrans" cxnId="{BB40667D-994A-43E6-A93F-0256493EBC9D}">
      <dgm:prSet/>
      <dgm:spPr/>
      <dgm:t>
        <a:bodyPr/>
        <a:lstStyle/>
        <a:p>
          <a:endParaRPr lang="en-IN"/>
        </a:p>
      </dgm:t>
    </dgm:pt>
    <dgm:pt modelId="{40B8E634-DB87-4B22-81B5-5D2350838365}" type="sibTrans" cxnId="{BB40667D-994A-43E6-A93F-0256493EBC9D}">
      <dgm:prSet/>
      <dgm:spPr/>
      <dgm:t>
        <a:bodyPr/>
        <a:lstStyle/>
        <a:p>
          <a:endParaRPr lang="en-IN"/>
        </a:p>
      </dgm:t>
    </dgm:pt>
    <dgm:pt modelId="{B7FAE798-A7B2-4E9C-8F6B-05D0283FE01A}">
      <dgm:prSet phldrT="[Text]"/>
      <dgm:spPr/>
      <dgm:t>
        <a:bodyPr/>
        <a:lstStyle/>
        <a:p>
          <a:pPr>
            <a:buNone/>
          </a:pPr>
          <a:r>
            <a:rPr lang="en-IN" dirty="0"/>
            <a:t>💰 Cloud Cost Optimization</a:t>
          </a:r>
        </a:p>
      </dgm:t>
    </dgm:pt>
    <dgm:pt modelId="{3E77D3D5-6A18-450F-89C6-815B0E319419}" type="parTrans" cxnId="{DC2810BA-CEA1-4700-9DF7-E902A1643790}">
      <dgm:prSet/>
      <dgm:spPr/>
      <dgm:t>
        <a:bodyPr/>
        <a:lstStyle/>
        <a:p>
          <a:endParaRPr lang="en-IN"/>
        </a:p>
      </dgm:t>
    </dgm:pt>
    <dgm:pt modelId="{F7B0BEFC-6192-4E06-9AA3-65F322B76A8A}" type="sibTrans" cxnId="{DC2810BA-CEA1-4700-9DF7-E902A1643790}">
      <dgm:prSet/>
      <dgm:spPr/>
      <dgm:t>
        <a:bodyPr/>
        <a:lstStyle/>
        <a:p>
          <a:endParaRPr lang="en-IN"/>
        </a:p>
      </dgm:t>
    </dgm:pt>
    <dgm:pt modelId="{A1148FAE-A9FB-438E-B06D-7D0A9539048D}">
      <dgm:prSet/>
      <dgm:spPr/>
      <dgm:t>
        <a:bodyPr/>
        <a:lstStyle/>
        <a:p>
          <a:pPr>
            <a:buNone/>
          </a:pPr>
          <a:r>
            <a:rPr lang="en-IN"/>
            <a:t>☁️ Multi-Cloud</a:t>
          </a:r>
        </a:p>
      </dgm:t>
    </dgm:pt>
    <dgm:pt modelId="{D0002DAE-DC1E-4234-ADF8-8398BA945235}" type="parTrans" cxnId="{86954D01-E51D-4609-A4D8-58B51A304477}">
      <dgm:prSet/>
      <dgm:spPr/>
      <dgm:t>
        <a:bodyPr/>
        <a:lstStyle/>
        <a:p>
          <a:endParaRPr lang="en-IN"/>
        </a:p>
      </dgm:t>
    </dgm:pt>
    <dgm:pt modelId="{79DB01FD-05C4-4E61-94AA-716D36800BEE}" type="sibTrans" cxnId="{86954D01-E51D-4609-A4D8-58B51A304477}">
      <dgm:prSet/>
      <dgm:spPr/>
      <dgm:t>
        <a:bodyPr/>
        <a:lstStyle/>
        <a:p>
          <a:endParaRPr lang="en-IN"/>
        </a:p>
      </dgm:t>
    </dgm:pt>
    <dgm:pt modelId="{A39F7A49-3AA4-440A-9624-479F4468FECD}">
      <dgm:prSet/>
      <dgm:spPr/>
      <dgm:t>
        <a:bodyPr/>
        <a:lstStyle/>
        <a:p>
          <a:pPr>
            <a:buNone/>
          </a:pPr>
          <a:r>
            <a:rPr lang="en-IN"/>
            <a:t>📊 Automation</a:t>
          </a:r>
        </a:p>
      </dgm:t>
    </dgm:pt>
    <dgm:pt modelId="{5BC9275F-D73D-4217-9CF1-A40E90598D78}" type="parTrans" cxnId="{140A964A-7CD6-4C73-B9EC-B0120337C67B}">
      <dgm:prSet/>
      <dgm:spPr/>
      <dgm:t>
        <a:bodyPr/>
        <a:lstStyle/>
        <a:p>
          <a:endParaRPr lang="en-IN"/>
        </a:p>
      </dgm:t>
    </dgm:pt>
    <dgm:pt modelId="{B2C56DE1-2604-46A2-AD66-0BBB2F9C4D8B}" type="sibTrans" cxnId="{140A964A-7CD6-4C73-B9EC-B0120337C67B}">
      <dgm:prSet/>
      <dgm:spPr/>
      <dgm:t>
        <a:bodyPr/>
        <a:lstStyle/>
        <a:p>
          <a:endParaRPr lang="en-IN"/>
        </a:p>
      </dgm:t>
    </dgm:pt>
    <dgm:pt modelId="{BFBEF3C5-A276-4835-99AB-665F2609C7E8}">
      <dgm:prSet/>
      <dgm:spPr/>
      <dgm:t>
        <a:bodyPr/>
        <a:lstStyle/>
        <a:p>
          <a:pPr>
            <a:buNone/>
          </a:pPr>
          <a:r>
            <a:rPr lang="en-IN"/>
            <a:t>🌐 IoT integration</a:t>
          </a:r>
        </a:p>
      </dgm:t>
    </dgm:pt>
    <dgm:pt modelId="{0A6956AD-0281-4D2B-A46D-E265CEFB57CC}" type="parTrans" cxnId="{448A8F79-DD67-468C-98C1-D8A10985FB37}">
      <dgm:prSet/>
      <dgm:spPr/>
      <dgm:t>
        <a:bodyPr/>
        <a:lstStyle/>
        <a:p>
          <a:endParaRPr lang="en-IN"/>
        </a:p>
      </dgm:t>
    </dgm:pt>
    <dgm:pt modelId="{E94DED9F-3F73-4E5D-ABC7-2BD289467CAB}" type="sibTrans" cxnId="{448A8F79-DD67-468C-98C1-D8A10985FB37}">
      <dgm:prSet/>
      <dgm:spPr/>
      <dgm:t>
        <a:bodyPr/>
        <a:lstStyle/>
        <a:p>
          <a:endParaRPr lang="en-IN"/>
        </a:p>
      </dgm:t>
    </dgm:pt>
    <dgm:pt modelId="{66F262C4-95EC-4005-97AE-2AAB14D0C949}">
      <dgm:prSet phldrT="[Text]"/>
      <dgm:spPr/>
      <dgm:t>
        <a:bodyPr/>
        <a:lstStyle/>
        <a:p>
          <a:pPr>
            <a:buNone/>
          </a:pPr>
          <a:r>
            <a:rPr lang="en-IN" dirty="0"/>
            <a:t>☁️ </a:t>
          </a:r>
          <a:r>
            <a:rPr lang="en-IN" b="1" dirty="0"/>
            <a:t>Successful Azure Adoption</a:t>
          </a:r>
          <a:endParaRPr lang="en-IN" dirty="0"/>
        </a:p>
      </dgm:t>
    </dgm:pt>
    <dgm:pt modelId="{9E672C86-E861-4C9C-9775-A4F760722B2F}" type="sibTrans" cxnId="{BAF595D0-25DA-44D0-AD8B-714A17B43DB0}">
      <dgm:prSet/>
      <dgm:spPr/>
      <dgm:t>
        <a:bodyPr/>
        <a:lstStyle/>
        <a:p>
          <a:endParaRPr lang="en-IN"/>
        </a:p>
      </dgm:t>
    </dgm:pt>
    <dgm:pt modelId="{C1928A31-0160-4CBF-A012-674020381C60}" type="parTrans" cxnId="{BAF595D0-25DA-44D0-AD8B-714A17B43DB0}">
      <dgm:prSet/>
      <dgm:spPr/>
      <dgm:t>
        <a:bodyPr/>
        <a:lstStyle/>
        <a:p>
          <a:endParaRPr lang="en-IN"/>
        </a:p>
      </dgm:t>
    </dgm:pt>
    <dgm:pt modelId="{580FC29A-11BC-4E1F-832F-E42F072DA3AF}">
      <dgm:prSet phldrT="[Text]"/>
      <dgm:spPr/>
      <dgm:t>
        <a:bodyPr/>
        <a:lstStyle/>
        <a:p>
          <a:pPr>
            <a:buNone/>
          </a:pPr>
          <a:r>
            <a:rPr lang="en-IN" dirty="0"/>
            <a:t>🔒Better security</a:t>
          </a:r>
        </a:p>
      </dgm:t>
    </dgm:pt>
    <dgm:pt modelId="{FC906BD1-18C1-4D38-A02B-2412ABDA7D63}" type="sibTrans" cxnId="{725647EB-31B6-4A06-B73B-1A638DBD4EBF}">
      <dgm:prSet/>
      <dgm:spPr/>
      <dgm:t>
        <a:bodyPr/>
        <a:lstStyle/>
        <a:p>
          <a:endParaRPr lang="en-IN"/>
        </a:p>
      </dgm:t>
    </dgm:pt>
    <dgm:pt modelId="{EF1F0170-8B34-4F7D-9217-D19008A9610A}" type="parTrans" cxnId="{725647EB-31B6-4A06-B73B-1A638DBD4EBF}">
      <dgm:prSet/>
      <dgm:spPr/>
      <dgm:t>
        <a:bodyPr/>
        <a:lstStyle/>
        <a:p>
          <a:endParaRPr lang="en-IN"/>
        </a:p>
      </dgm:t>
    </dgm:pt>
    <dgm:pt modelId="{2711123F-0F65-4719-8CD8-A88D7C153EEC}">
      <dgm:prSet phldrT="[Text]"/>
      <dgm:spPr/>
      <dgm:t>
        <a:bodyPr/>
        <a:lstStyle/>
        <a:p>
          <a:pPr>
            <a:buNone/>
          </a:pPr>
          <a:r>
            <a:rPr lang="en-IN" dirty="0"/>
            <a:t>💰Cost Optimization</a:t>
          </a:r>
        </a:p>
      </dgm:t>
    </dgm:pt>
    <dgm:pt modelId="{326F2C95-6A47-4BF7-9942-FD346F565E43}" type="sibTrans" cxnId="{DB4A3CF5-E49B-42CE-9602-6C4D12A85873}">
      <dgm:prSet/>
      <dgm:spPr/>
      <dgm:t>
        <a:bodyPr/>
        <a:lstStyle/>
        <a:p>
          <a:endParaRPr lang="en-IN"/>
        </a:p>
      </dgm:t>
    </dgm:pt>
    <dgm:pt modelId="{C40DE533-9FAC-4FD6-A6D0-2452F2FF6406}" type="parTrans" cxnId="{DB4A3CF5-E49B-42CE-9602-6C4D12A85873}">
      <dgm:prSet/>
      <dgm:spPr/>
      <dgm:t>
        <a:bodyPr/>
        <a:lstStyle/>
        <a:p>
          <a:endParaRPr lang="en-IN"/>
        </a:p>
      </dgm:t>
    </dgm:pt>
    <dgm:pt modelId="{4FB1DF18-15E2-4F71-AC8E-E5C9B483D614}">
      <dgm:prSet phldrT="[Text]"/>
      <dgm:spPr/>
      <dgm:t>
        <a:bodyPr/>
        <a:lstStyle/>
        <a:p>
          <a:pPr>
            <a:buNone/>
          </a:pPr>
          <a:r>
            <a:rPr lang="en-IN" dirty="0"/>
            <a:t>📈Scalability </a:t>
          </a:r>
        </a:p>
      </dgm:t>
    </dgm:pt>
    <dgm:pt modelId="{EF5366EC-A86A-4FAD-94B1-43FF29DB6DCE}" type="sibTrans" cxnId="{1FF8359E-394C-4AEC-93AC-0590BFEE8A0B}">
      <dgm:prSet/>
      <dgm:spPr/>
      <dgm:t>
        <a:bodyPr/>
        <a:lstStyle/>
        <a:p>
          <a:endParaRPr lang="en-IN"/>
        </a:p>
      </dgm:t>
    </dgm:pt>
    <dgm:pt modelId="{AE1F2A84-551F-4B65-8009-73738436CA3F}" type="parTrans" cxnId="{1FF8359E-394C-4AEC-93AC-0590BFEE8A0B}">
      <dgm:prSet/>
      <dgm:spPr/>
      <dgm:t>
        <a:bodyPr/>
        <a:lstStyle/>
        <a:p>
          <a:endParaRPr lang="en-IN"/>
        </a:p>
      </dgm:t>
    </dgm:pt>
    <dgm:pt modelId="{DB2F941D-41E0-43B5-AFD7-2D86D3069B45}">
      <dgm:prSet phldrT="[Text]"/>
      <dgm:spPr/>
      <dgm:t>
        <a:bodyPr/>
        <a:lstStyle/>
        <a:p>
          <a:pPr>
            <a:buNone/>
          </a:pPr>
          <a:r>
            <a:rPr lang="en-IN" dirty="0"/>
            <a:t>🔄Business Continuity</a:t>
          </a:r>
        </a:p>
      </dgm:t>
    </dgm:pt>
    <dgm:pt modelId="{AE7BAA46-32F0-4D64-A221-A21C072A47DD}" type="sibTrans" cxnId="{97CE2235-A239-4806-8302-2D4EED01F6AD}">
      <dgm:prSet/>
      <dgm:spPr/>
      <dgm:t>
        <a:bodyPr/>
        <a:lstStyle/>
        <a:p>
          <a:endParaRPr lang="en-IN"/>
        </a:p>
      </dgm:t>
    </dgm:pt>
    <dgm:pt modelId="{8D9306E9-6EAC-4BB2-ABC3-C77E79116B41}" type="parTrans" cxnId="{97CE2235-A239-4806-8302-2D4EED01F6AD}">
      <dgm:prSet/>
      <dgm:spPr/>
      <dgm:t>
        <a:bodyPr/>
        <a:lstStyle/>
        <a:p>
          <a:endParaRPr lang="en-IN"/>
        </a:p>
      </dgm:t>
    </dgm:pt>
    <dgm:pt modelId="{A9EC305C-0970-4B2E-B861-5A03C465A90A}" type="pres">
      <dgm:prSet presAssocID="{DD749744-1EE7-4DF4-AF46-FFA70EFF1DA5}" presName="Name0" presStyleCnt="0">
        <dgm:presLayoutVars>
          <dgm:dir/>
          <dgm:resizeHandles val="exact"/>
        </dgm:presLayoutVars>
      </dgm:prSet>
      <dgm:spPr/>
    </dgm:pt>
    <dgm:pt modelId="{5A5A817C-3160-4440-83B3-AED40ED79802}" type="pres">
      <dgm:prSet presAssocID="{91281287-BB2C-4D6A-8AA6-DB6186A5AC70}" presName="node" presStyleLbl="node1" presStyleIdx="0" presStyleCnt="2">
        <dgm:presLayoutVars>
          <dgm:bulletEnabled val="1"/>
        </dgm:presLayoutVars>
      </dgm:prSet>
      <dgm:spPr/>
    </dgm:pt>
    <dgm:pt modelId="{ECFF2892-9597-407F-B531-51BB68524813}" type="pres">
      <dgm:prSet presAssocID="{6C0F65DE-F01E-4B93-9388-7F3655932BE1}" presName="sibTrans" presStyleCnt="0"/>
      <dgm:spPr/>
    </dgm:pt>
    <dgm:pt modelId="{09581E06-96D0-43B8-B10C-2D7B20C5AFF1}" type="pres">
      <dgm:prSet presAssocID="{6F06B4F1-8FE6-4812-B664-C3F6EB74FA5F}" presName="node" presStyleLbl="node1" presStyleIdx="1" presStyleCnt="2">
        <dgm:presLayoutVars>
          <dgm:bulletEnabled val="1"/>
        </dgm:presLayoutVars>
      </dgm:prSet>
      <dgm:spPr/>
    </dgm:pt>
  </dgm:ptLst>
  <dgm:cxnLst>
    <dgm:cxn modelId="{86954D01-E51D-4609-A4D8-58B51A304477}" srcId="{6F06B4F1-8FE6-4812-B664-C3F6EB74FA5F}" destId="{A1148FAE-A9FB-438E-B06D-7D0A9539048D}" srcOrd="2" destOrd="0" parTransId="{D0002DAE-DC1E-4234-ADF8-8398BA945235}" sibTransId="{79DB01FD-05C4-4E61-94AA-716D36800BEE}"/>
    <dgm:cxn modelId="{97B7F70E-FCD3-4AE5-B2B7-8155322AC49A}" type="presOf" srcId="{3EC26E6D-7FFB-44A5-A3B5-B205ED7AAF43}" destId="{09581E06-96D0-43B8-B10C-2D7B20C5AFF1}" srcOrd="0" destOrd="1" presId="urn:microsoft.com/office/officeart/2005/8/layout/hList6"/>
    <dgm:cxn modelId="{55A5C927-5212-42F2-AE2F-B9E2E94B99AB}" type="presOf" srcId="{6F06B4F1-8FE6-4812-B664-C3F6EB74FA5F}" destId="{09581E06-96D0-43B8-B10C-2D7B20C5AFF1}" srcOrd="0" destOrd="0" presId="urn:microsoft.com/office/officeart/2005/8/layout/hList6"/>
    <dgm:cxn modelId="{97CE2235-A239-4806-8302-2D4EED01F6AD}" srcId="{91281287-BB2C-4D6A-8AA6-DB6186A5AC70}" destId="{DB2F941D-41E0-43B5-AFD7-2D86D3069B45}" srcOrd="4" destOrd="0" parTransId="{8D9306E9-6EAC-4BB2-ABC3-C77E79116B41}" sibTransId="{AE7BAA46-32F0-4D64-A221-A21C072A47DD}"/>
    <dgm:cxn modelId="{5C062B41-FC93-4950-8F92-E1DA7CFE6F1D}" type="presOf" srcId="{BFBEF3C5-A276-4835-99AB-665F2609C7E8}" destId="{09581E06-96D0-43B8-B10C-2D7B20C5AFF1}" srcOrd="0" destOrd="5" presId="urn:microsoft.com/office/officeart/2005/8/layout/hList6"/>
    <dgm:cxn modelId="{00699046-3003-451F-B10B-3AB39D8811DC}" srcId="{DD749744-1EE7-4DF4-AF46-FFA70EFF1DA5}" destId="{91281287-BB2C-4D6A-8AA6-DB6186A5AC70}" srcOrd="0" destOrd="0" parTransId="{9D1C4FD3-4132-4858-94E4-FDD1B3836FED}" sibTransId="{6C0F65DE-F01E-4B93-9388-7F3655932BE1}"/>
    <dgm:cxn modelId="{140A964A-7CD6-4C73-B9EC-B0120337C67B}" srcId="{6F06B4F1-8FE6-4812-B664-C3F6EB74FA5F}" destId="{A39F7A49-3AA4-440A-9624-479F4468FECD}" srcOrd="3" destOrd="0" parTransId="{5BC9275F-D73D-4217-9CF1-A40E90598D78}" sibTransId="{B2C56DE1-2604-46A2-AD66-0BBB2F9C4D8B}"/>
    <dgm:cxn modelId="{C2B2924B-3D77-40B8-BCCF-46CC8BB5F562}" type="presOf" srcId="{B7FAE798-A7B2-4E9C-8F6B-05D0283FE01A}" destId="{09581E06-96D0-43B8-B10C-2D7B20C5AFF1}" srcOrd="0" destOrd="2" presId="urn:microsoft.com/office/officeart/2005/8/layout/hList6"/>
    <dgm:cxn modelId="{083D9E4D-0CB3-46E5-842B-69F773E43B02}" srcId="{DD749744-1EE7-4DF4-AF46-FFA70EFF1DA5}" destId="{6F06B4F1-8FE6-4812-B664-C3F6EB74FA5F}" srcOrd="1" destOrd="0" parTransId="{6CB98998-39C8-463D-918B-37C37E8F8FA1}" sibTransId="{7C91F52E-C247-4A43-B73A-F57520FCA09F}"/>
    <dgm:cxn modelId="{DF127C57-4B7C-49EC-8248-BE7EA5C4673B}" type="presOf" srcId="{2711123F-0F65-4719-8CD8-A88D7C153EEC}" destId="{5A5A817C-3160-4440-83B3-AED40ED79802}" srcOrd="0" destOrd="3" presId="urn:microsoft.com/office/officeart/2005/8/layout/hList6"/>
    <dgm:cxn modelId="{448A8F79-DD67-468C-98C1-D8A10985FB37}" srcId="{6F06B4F1-8FE6-4812-B664-C3F6EB74FA5F}" destId="{BFBEF3C5-A276-4835-99AB-665F2609C7E8}" srcOrd="4" destOrd="0" parTransId="{0A6956AD-0281-4D2B-A46D-E265CEFB57CC}" sibTransId="{E94DED9F-3F73-4E5D-ABC7-2BD289467CAB}"/>
    <dgm:cxn modelId="{BB40667D-994A-43E6-A93F-0256493EBC9D}" srcId="{6F06B4F1-8FE6-4812-B664-C3F6EB74FA5F}" destId="{3EC26E6D-7FFB-44A5-A3B5-B205ED7AAF43}" srcOrd="0" destOrd="0" parTransId="{52EC49D4-EFD7-45F2-AECA-1B0C7038F212}" sibTransId="{40B8E634-DB87-4B22-81B5-5D2350838365}"/>
    <dgm:cxn modelId="{045F4989-C98D-431D-8C4B-7DD010CD0E2A}" type="presOf" srcId="{580FC29A-11BC-4E1F-832F-E42F072DA3AF}" destId="{5A5A817C-3160-4440-83B3-AED40ED79802}" srcOrd="0" destOrd="2" presId="urn:microsoft.com/office/officeart/2005/8/layout/hList6"/>
    <dgm:cxn modelId="{1FF8359E-394C-4AEC-93AC-0590BFEE8A0B}" srcId="{91281287-BB2C-4D6A-8AA6-DB6186A5AC70}" destId="{4FB1DF18-15E2-4F71-AC8E-E5C9B483D614}" srcOrd="3" destOrd="0" parTransId="{AE1F2A84-551F-4B65-8009-73738436CA3F}" sibTransId="{EF5366EC-A86A-4FAD-94B1-43FF29DB6DCE}"/>
    <dgm:cxn modelId="{45603CA4-71CF-4BD4-8D40-358DE4372825}" type="presOf" srcId="{A39F7A49-3AA4-440A-9624-479F4468FECD}" destId="{09581E06-96D0-43B8-B10C-2D7B20C5AFF1}" srcOrd="0" destOrd="4" presId="urn:microsoft.com/office/officeart/2005/8/layout/hList6"/>
    <dgm:cxn modelId="{DC2810BA-CEA1-4700-9DF7-E902A1643790}" srcId="{6F06B4F1-8FE6-4812-B664-C3F6EB74FA5F}" destId="{B7FAE798-A7B2-4E9C-8F6B-05D0283FE01A}" srcOrd="1" destOrd="0" parTransId="{3E77D3D5-6A18-450F-89C6-815B0E319419}" sibTransId="{F7B0BEFC-6192-4E06-9AA3-65F322B76A8A}"/>
    <dgm:cxn modelId="{BAF595D0-25DA-44D0-AD8B-714A17B43DB0}" srcId="{91281287-BB2C-4D6A-8AA6-DB6186A5AC70}" destId="{66F262C4-95EC-4005-97AE-2AAB14D0C949}" srcOrd="0" destOrd="0" parTransId="{C1928A31-0160-4CBF-A012-674020381C60}" sibTransId="{9E672C86-E861-4C9C-9775-A4F760722B2F}"/>
    <dgm:cxn modelId="{4A2727D7-795A-47B3-8DC1-0023FF117F7E}" type="presOf" srcId="{A1148FAE-A9FB-438E-B06D-7D0A9539048D}" destId="{09581E06-96D0-43B8-B10C-2D7B20C5AFF1}" srcOrd="0" destOrd="3" presId="urn:microsoft.com/office/officeart/2005/8/layout/hList6"/>
    <dgm:cxn modelId="{725647EB-31B6-4A06-B73B-1A638DBD4EBF}" srcId="{91281287-BB2C-4D6A-8AA6-DB6186A5AC70}" destId="{580FC29A-11BC-4E1F-832F-E42F072DA3AF}" srcOrd="1" destOrd="0" parTransId="{EF1F0170-8B34-4F7D-9217-D19008A9610A}" sibTransId="{FC906BD1-18C1-4D38-A02B-2412ABDA7D63}"/>
    <dgm:cxn modelId="{746600F1-C2C0-4957-B2EC-BFC9E4618606}" type="presOf" srcId="{4FB1DF18-15E2-4F71-AC8E-E5C9B483D614}" destId="{5A5A817C-3160-4440-83B3-AED40ED79802}" srcOrd="0" destOrd="4" presId="urn:microsoft.com/office/officeart/2005/8/layout/hList6"/>
    <dgm:cxn modelId="{A19EE1F1-4231-4D1D-8FDB-3D9F233BD2A6}" type="presOf" srcId="{DD749744-1EE7-4DF4-AF46-FFA70EFF1DA5}" destId="{A9EC305C-0970-4B2E-B861-5A03C465A90A}" srcOrd="0" destOrd="0" presId="urn:microsoft.com/office/officeart/2005/8/layout/hList6"/>
    <dgm:cxn modelId="{DB4A3CF5-E49B-42CE-9602-6C4D12A85873}" srcId="{91281287-BB2C-4D6A-8AA6-DB6186A5AC70}" destId="{2711123F-0F65-4719-8CD8-A88D7C153EEC}" srcOrd="2" destOrd="0" parTransId="{C40DE533-9FAC-4FD6-A6D0-2452F2FF6406}" sibTransId="{326F2C95-6A47-4BF7-9942-FD346F565E43}"/>
    <dgm:cxn modelId="{AB69A1F9-400E-493B-BC4D-62DEFE963F3D}" type="presOf" srcId="{91281287-BB2C-4D6A-8AA6-DB6186A5AC70}" destId="{5A5A817C-3160-4440-83B3-AED40ED79802}" srcOrd="0" destOrd="0" presId="urn:microsoft.com/office/officeart/2005/8/layout/hList6"/>
    <dgm:cxn modelId="{85633FFC-A4A9-4481-8564-FEC279798B83}" type="presOf" srcId="{DB2F941D-41E0-43B5-AFD7-2D86D3069B45}" destId="{5A5A817C-3160-4440-83B3-AED40ED79802}" srcOrd="0" destOrd="5" presId="urn:microsoft.com/office/officeart/2005/8/layout/hList6"/>
    <dgm:cxn modelId="{9E4D6BFF-7482-4196-9A70-72D25C4DA13A}" type="presOf" srcId="{66F262C4-95EC-4005-97AE-2AAB14D0C949}" destId="{5A5A817C-3160-4440-83B3-AED40ED79802}" srcOrd="0" destOrd="1" presId="urn:microsoft.com/office/officeart/2005/8/layout/hList6"/>
    <dgm:cxn modelId="{46AE85B4-4C67-41D9-AA8E-CD5CC10DA860}" type="presParOf" srcId="{A9EC305C-0970-4B2E-B861-5A03C465A90A}" destId="{5A5A817C-3160-4440-83B3-AED40ED79802}" srcOrd="0" destOrd="0" presId="urn:microsoft.com/office/officeart/2005/8/layout/hList6"/>
    <dgm:cxn modelId="{9CB740BC-7990-425C-A1C1-446C8DA23863}" type="presParOf" srcId="{A9EC305C-0970-4B2E-B861-5A03C465A90A}" destId="{ECFF2892-9597-407F-B531-51BB68524813}" srcOrd="1" destOrd="0" presId="urn:microsoft.com/office/officeart/2005/8/layout/hList6"/>
    <dgm:cxn modelId="{059CF840-8B7F-412F-AEEC-11A8723C6ACF}" type="presParOf" srcId="{A9EC305C-0970-4B2E-B861-5A03C465A90A}" destId="{09581E06-96D0-43B8-B10C-2D7B20C5AFF1}" srcOrd="2"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C640B4-F120-4C72-95BF-C5C67BAE9B87}">
      <dsp:nvSpPr>
        <dsp:cNvPr id="0" name=""/>
        <dsp:cNvSpPr/>
      </dsp:nvSpPr>
      <dsp:spPr>
        <a:xfrm>
          <a:off x="1058637" y="2285564"/>
          <a:ext cx="670927" cy="71"/>
        </a:xfrm>
        <a:prstGeom prst="rect">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A8B92B8-6865-45E3-A48B-25421E9ED6F2}">
      <dsp:nvSpPr>
        <dsp:cNvPr id="0" name=""/>
        <dsp:cNvSpPr/>
      </dsp:nvSpPr>
      <dsp:spPr>
        <a:xfrm>
          <a:off x="1672057" y="2207389"/>
          <a:ext cx="88179" cy="165608"/>
        </a:xfrm>
        <a:prstGeom prst="chevron">
          <a:avLst>
            <a:gd name="adj" fmla="val 90000"/>
          </a:avLst>
        </a:prstGeom>
        <a:solidFill>
          <a:schemeClr val="accent2">
            <a:hueOff val="63542"/>
            <a:satOff val="-1420"/>
            <a:lumOff val="-1345"/>
            <a:alphaOff val="0"/>
          </a:schemeClr>
        </a:solidFill>
        <a:ln w="15875" cap="rnd" cmpd="sng" algn="ctr">
          <a:solidFill>
            <a:schemeClr val="accent2">
              <a:hueOff val="63542"/>
              <a:satOff val="-1420"/>
              <a:lumOff val="-134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31" tIns="165100" rIns="30431" bIns="165100" numCol="1" spcCol="1270" anchor="t" anchorCtr="0">
          <a:noAutofit/>
        </a:bodyPr>
        <a:lstStyle/>
        <a:p>
          <a:pPr marL="0" lvl="0" indent="0" algn="l" defTabSz="488950">
            <a:lnSpc>
              <a:spcPct val="90000"/>
            </a:lnSpc>
            <a:spcBef>
              <a:spcPct val="0"/>
            </a:spcBef>
            <a:spcAft>
              <a:spcPct val="35000"/>
            </a:spcAft>
            <a:buNone/>
          </a:pPr>
          <a:r>
            <a:rPr lang="en-IN" sz="1100" b="1" kern="1200" dirty="0"/>
            <a:t>Infrastructure Assessment</a:t>
          </a:r>
        </a:p>
        <a:p>
          <a:pPr marL="57150" lvl="1" indent="-57150" algn="l" defTabSz="488950">
            <a:lnSpc>
              <a:spcPct val="90000"/>
            </a:lnSpc>
            <a:spcBef>
              <a:spcPct val="0"/>
            </a:spcBef>
            <a:spcAft>
              <a:spcPct val="15000"/>
            </a:spcAft>
            <a:buChar char="•"/>
          </a:pPr>
          <a:r>
            <a:rPr lang="en-IN" sz="1100" kern="1200" dirty="0"/>
            <a:t> Evaluate existing IT resources and business requirements.</a:t>
          </a:r>
        </a:p>
      </dsp:txBody>
      <dsp:txXfrm>
        <a:off x="150700" y="2993200"/>
        <a:ext cx="1624181" cy="1673738"/>
      </dsp:txXfrm>
    </dsp:sp>
    <dsp:sp modelId="{768A715B-6C0D-4803-97D3-29475DF0B818}">
      <dsp:nvSpPr>
        <dsp:cNvPr id="0" name=""/>
        <dsp:cNvSpPr/>
      </dsp:nvSpPr>
      <dsp:spPr>
        <a:xfrm>
          <a:off x="699748" y="2022557"/>
          <a:ext cx="526085" cy="526085"/>
        </a:xfrm>
        <a:prstGeom prst="ellipse">
          <a:avLst/>
        </a:prstGeom>
        <a:solidFill>
          <a:schemeClr val="accent2">
            <a:hueOff val="127084"/>
            <a:satOff val="-2840"/>
            <a:lumOff val="-2689"/>
            <a:alphaOff val="0"/>
          </a:schemeClr>
        </a:solidFill>
        <a:ln w="15875" cap="rnd" cmpd="sng" algn="ctr">
          <a:solidFill>
            <a:schemeClr val="accent2">
              <a:hueOff val="127084"/>
              <a:satOff val="-2840"/>
              <a:lumOff val="-268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415" tIns="20415" rIns="20415" bIns="20415" numCol="1" spcCol="1270" anchor="ctr" anchorCtr="0">
          <a:noAutofit/>
        </a:bodyPr>
        <a:lstStyle/>
        <a:p>
          <a:pPr marL="0" lvl="0" indent="0" algn="ctr" defTabSz="1022350">
            <a:lnSpc>
              <a:spcPct val="90000"/>
            </a:lnSpc>
            <a:spcBef>
              <a:spcPct val="0"/>
            </a:spcBef>
            <a:spcAft>
              <a:spcPct val="35000"/>
            </a:spcAft>
            <a:buNone/>
          </a:pPr>
          <a:r>
            <a:rPr lang="en-IN" sz="2300" kern="1200"/>
            <a:t>1</a:t>
          </a:r>
        </a:p>
      </dsp:txBody>
      <dsp:txXfrm>
        <a:off x="776791" y="2099600"/>
        <a:ext cx="371999" cy="371999"/>
      </dsp:txXfrm>
    </dsp:sp>
    <dsp:sp modelId="{0EA1C80B-DA17-4DFB-AA06-4F9E13260281}">
      <dsp:nvSpPr>
        <dsp:cNvPr id="0" name=""/>
        <dsp:cNvSpPr/>
      </dsp:nvSpPr>
      <dsp:spPr>
        <a:xfrm>
          <a:off x="962754" y="2620636"/>
          <a:ext cx="72" cy="322016"/>
        </a:xfrm>
        <a:prstGeom prst="rect">
          <a:avLst/>
        </a:prstGeom>
        <a:solidFill>
          <a:schemeClr val="accent2">
            <a:tint val="40000"/>
            <a:alpha val="90000"/>
            <a:hueOff val="0"/>
            <a:satOff val="0"/>
            <a:lumOff val="0"/>
            <a:alphaOff val="0"/>
          </a:schemeClr>
        </a:solidFill>
        <a:ln w="1587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914F962-AE54-4DFD-9E29-39C6F81946FF}">
      <dsp:nvSpPr>
        <dsp:cNvPr id="0" name=""/>
        <dsp:cNvSpPr/>
      </dsp:nvSpPr>
      <dsp:spPr>
        <a:xfrm>
          <a:off x="100169" y="2942669"/>
          <a:ext cx="1725243" cy="1774800"/>
        </a:xfrm>
        <a:prstGeom prst="roundRect">
          <a:avLst>
            <a:gd name="adj" fmla="val 10000"/>
          </a:avLst>
        </a:prstGeom>
        <a:solidFill>
          <a:schemeClr val="lt1">
            <a:alpha val="90000"/>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31" tIns="165100" rIns="30431" bIns="165100" numCol="1" spcCol="1270" anchor="t" anchorCtr="0">
          <a:noAutofit/>
        </a:bodyPr>
        <a:lstStyle/>
        <a:p>
          <a:pPr marL="0" lvl="0" indent="0" algn="l" defTabSz="488950">
            <a:lnSpc>
              <a:spcPct val="90000"/>
            </a:lnSpc>
            <a:spcBef>
              <a:spcPct val="0"/>
            </a:spcBef>
            <a:spcAft>
              <a:spcPct val="35000"/>
            </a:spcAft>
            <a:buNone/>
          </a:pPr>
          <a:r>
            <a:rPr lang="en-IN" sz="1100" b="1" kern="1200" dirty="0"/>
            <a:t>Infrastructure Assessment</a:t>
          </a:r>
        </a:p>
        <a:p>
          <a:pPr marL="57150" lvl="1" indent="-57150" algn="l" defTabSz="488950">
            <a:lnSpc>
              <a:spcPct val="90000"/>
            </a:lnSpc>
            <a:spcBef>
              <a:spcPct val="0"/>
            </a:spcBef>
            <a:spcAft>
              <a:spcPct val="15000"/>
            </a:spcAft>
            <a:buChar char="•"/>
          </a:pPr>
          <a:r>
            <a:rPr lang="en-IN" sz="1100" kern="1200" dirty="0"/>
            <a:t> Evaluate existing IT resources and business requirements.</a:t>
          </a:r>
        </a:p>
      </dsp:txBody>
      <dsp:txXfrm>
        <a:off x="150700" y="2993200"/>
        <a:ext cx="1624181" cy="1673738"/>
      </dsp:txXfrm>
    </dsp:sp>
    <dsp:sp modelId="{85DDF3FA-D833-4829-BAEF-74C6DCDE0FFA}">
      <dsp:nvSpPr>
        <dsp:cNvPr id="0" name=""/>
        <dsp:cNvSpPr/>
      </dsp:nvSpPr>
      <dsp:spPr>
        <a:xfrm>
          <a:off x="1921259" y="2285554"/>
          <a:ext cx="1725243" cy="71"/>
        </a:xfrm>
        <a:prstGeom prst="rect">
          <a:avLst/>
        </a:prstGeom>
        <a:solidFill>
          <a:schemeClr val="accent2">
            <a:hueOff val="190626"/>
            <a:satOff val="-4261"/>
            <a:lumOff val="-4034"/>
            <a:alphaOff val="0"/>
          </a:schemeClr>
        </a:solidFill>
        <a:ln w="15875" cap="rnd" cmpd="sng" algn="ctr">
          <a:solidFill>
            <a:schemeClr val="accent2">
              <a:hueOff val="190626"/>
              <a:satOff val="-4261"/>
              <a:lumOff val="-403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929862-8396-4B75-BE69-86CD828D62C1}">
      <dsp:nvSpPr>
        <dsp:cNvPr id="0" name=""/>
        <dsp:cNvSpPr/>
      </dsp:nvSpPr>
      <dsp:spPr>
        <a:xfrm>
          <a:off x="3588994" y="2207379"/>
          <a:ext cx="88179" cy="165616"/>
        </a:xfrm>
        <a:prstGeom prst="chevron">
          <a:avLst>
            <a:gd name="adj" fmla="val 90000"/>
          </a:avLst>
        </a:prstGeom>
        <a:solidFill>
          <a:schemeClr val="accent2">
            <a:hueOff val="254167"/>
            <a:satOff val="-5681"/>
            <a:lumOff val="-5378"/>
            <a:alphaOff val="0"/>
          </a:schemeClr>
        </a:solidFill>
        <a:ln w="15875" cap="rnd" cmpd="sng" algn="ctr">
          <a:solidFill>
            <a:schemeClr val="accent2">
              <a:hueOff val="254167"/>
              <a:satOff val="-5681"/>
              <a:lumOff val="-537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31" tIns="165100" rIns="30431" bIns="165100" numCol="1" spcCol="1270" anchor="t" anchorCtr="0">
          <a:noAutofit/>
        </a:bodyPr>
        <a:lstStyle/>
        <a:p>
          <a:pPr marL="0" lvl="0" indent="0" algn="l" defTabSz="533400">
            <a:lnSpc>
              <a:spcPct val="90000"/>
            </a:lnSpc>
            <a:spcBef>
              <a:spcPct val="0"/>
            </a:spcBef>
            <a:spcAft>
              <a:spcPct val="35000"/>
            </a:spcAft>
            <a:buNone/>
          </a:pPr>
          <a:r>
            <a:rPr lang="en-IN" sz="1200" b="1" kern="1200" dirty="0"/>
            <a:t>Migration Planning</a:t>
          </a:r>
          <a:endParaRPr lang="en-IN" sz="1100" b="1" kern="1200" dirty="0"/>
        </a:p>
        <a:p>
          <a:pPr marL="57150" lvl="1" indent="-57150" algn="l" defTabSz="488950">
            <a:lnSpc>
              <a:spcPct val="90000"/>
            </a:lnSpc>
            <a:spcBef>
              <a:spcPct val="0"/>
            </a:spcBef>
            <a:spcAft>
              <a:spcPct val="15000"/>
            </a:spcAft>
            <a:buChar char="•"/>
          </a:pPr>
          <a:r>
            <a:rPr lang="en-IN" sz="1100" kern="1200" dirty="0"/>
            <a:t>Select suitable Azure services and prepare migration strategy.</a:t>
          </a:r>
        </a:p>
      </dsp:txBody>
      <dsp:txXfrm>
        <a:off x="2067637" y="2993200"/>
        <a:ext cx="1624181" cy="1673738"/>
      </dsp:txXfrm>
    </dsp:sp>
    <dsp:sp modelId="{87D77621-43C4-4372-8291-FF9F05710E97}">
      <dsp:nvSpPr>
        <dsp:cNvPr id="0" name=""/>
        <dsp:cNvSpPr/>
      </dsp:nvSpPr>
      <dsp:spPr>
        <a:xfrm>
          <a:off x="2616684" y="2022547"/>
          <a:ext cx="526085" cy="526085"/>
        </a:xfrm>
        <a:prstGeom prst="ellipse">
          <a:avLst/>
        </a:prstGeom>
        <a:solidFill>
          <a:schemeClr val="accent2">
            <a:hueOff val="317709"/>
            <a:satOff val="-7101"/>
            <a:lumOff val="-6723"/>
            <a:alphaOff val="0"/>
          </a:schemeClr>
        </a:solidFill>
        <a:ln w="15875" cap="rnd" cmpd="sng" algn="ctr">
          <a:solidFill>
            <a:schemeClr val="accent2">
              <a:hueOff val="317709"/>
              <a:satOff val="-7101"/>
              <a:lumOff val="-672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415" tIns="20415" rIns="20415" bIns="20415" numCol="1" spcCol="1270" anchor="ctr" anchorCtr="0">
          <a:noAutofit/>
        </a:bodyPr>
        <a:lstStyle/>
        <a:p>
          <a:pPr marL="0" lvl="0" indent="0" algn="ctr" defTabSz="1022350">
            <a:lnSpc>
              <a:spcPct val="90000"/>
            </a:lnSpc>
            <a:spcBef>
              <a:spcPct val="0"/>
            </a:spcBef>
            <a:spcAft>
              <a:spcPct val="35000"/>
            </a:spcAft>
            <a:buNone/>
          </a:pPr>
          <a:r>
            <a:rPr lang="en-IN" sz="2300" kern="1200"/>
            <a:t>2</a:t>
          </a:r>
        </a:p>
      </dsp:txBody>
      <dsp:txXfrm>
        <a:off x="2693727" y="2099590"/>
        <a:ext cx="371999" cy="371999"/>
      </dsp:txXfrm>
    </dsp:sp>
    <dsp:sp modelId="{F3C373DD-9DE3-4450-B1D4-1DE6CE9FB9C7}">
      <dsp:nvSpPr>
        <dsp:cNvPr id="0" name=""/>
        <dsp:cNvSpPr/>
      </dsp:nvSpPr>
      <dsp:spPr>
        <a:xfrm>
          <a:off x="2879691" y="2620629"/>
          <a:ext cx="72" cy="322032"/>
        </a:xfrm>
        <a:prstGeom prst="rect">
          <a:avLst/>
        </a:prstGeom>
        <a:solidFill>
          <a:schemeClr val="accent2">
            <a:tint val="40000"/>
            <a:alpha val="90000"/>
            <a:hueOff val="245535"/>
            <a:satOff val="-12517"/>
            <a:lumOff val="-1295"/>
            <a:alphaOff val="0"/>
          </a:schemeClr>
        </a:solidFill>
        <a:ln w="15875" cap="rnd" cmpd="sng" algn="ctr">
          <a:solidFill>
            <a:schemeClr val="accent2">
              <a:tint val="40000"/>
              <a:alpha val="90000"/>
              <a:hueOff val="245535"/>
              <a:satOff val="-12517"/>
              <a:lumOff val="-1295"/>
              <a:alphaOff val="0"/>
            </a:schemeClr>
          </a:solidFill>
          <a:prstDash val="solid"/>
        </a:ln>
        <a:effectLst/>
      </dsp:spPr>
      <dsp:style>
        <a:lnRef idx="2">
          <a:scrgbClr r="0" g="0" b="0"/>
        </a:lnRef>
        <a:fillRef idx="1">
          <a:scrgbClr r="0" g="0" b="0"/>
        </a:fillRef>
        <a:effectRef idx="0">
          <a:scrgbClr r="0" g="0" b="0"/>
        </a:effectRef>
        <a:fontRef idx="minor"/>
      </dsp:style>
    </dsp:sp>
    <dsp:sp modelId="{E5802C30-DAE3-44CA-BC98-71A445A08874}">
      <dsp:nvSpPr>
        <dsp:cNvPr id="0" name=""/>
        <dsp:cNvSpPr/>
      </dsp:nvSpPr>
      <dsp:spPr>
        <a:xfrm>
          <a:off x="2017106" y="2942669"/>
          <a:ext cx="1725243" cy="1774800"/>
        </a:xfrm>
        <a:prstGeom prst="roundRect">
          <a:avLst>
            <a:gd name="adj" fmla="val 10000"/>
          </a:avLst>
        </a:prstGeom>
        <a:solidFill>
          <a:schemeClr val="lt1">
            <a:alpha val="90000"/>
            <a:hueOff val="0"/>
            <a:satOff val="0"/>
            <a:lumOff val="0"/>
            <a:alphaOff val="0"/>
          </a:schemeClr>
        </a:solidFill>
        <a:ln w="15875" cap="rnd" cmpd="sng" algn="ctr">
          <a:solidFill>
            <a:schemeClr val="accent2">
              <a:hueOff val="222396"/>
              <a:satOff val="-4971"/>
              <a:lumOff val="-470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31" tIns="165100" rIns="30431" bIns="165100" numCol="1" spcCol="1270" anchor="t" anchorCtr="0">
          <a:noAutofit/>
        </a:bodyPr>
        <a:lstStyle/>
        <a:p>
          <a:pPr marL="0" lvl="0" indent="0" algn="l" defTabSz="533400">
            <a:lnSpc>
              <a:spcPct val="90000"/>
            </a:lnSpc>
            <a:spcBef>
              <a:spcPct val="0"/>
            </a:spcBef>
            <a:spcAft>
              <a:spcPct val="35000"/>
            </a:spcAft>
            <a:buNone/>
          </a:pPr>
          <a:r>
            <a:rPr lang="en-IN" sz="1200" b="1" kern="1200" dirty="0"/>
            <a:t>Migration Planning</a:t>
          </a:r>
          <a:endParaRPr lang="en-IN" sz="1100" b="1" kern="1200" dirty="0"/>
        </a:p>
        <a:p>
          <a:pPr marL="57150" lvl="1" indent="-57150" algn="l" defTabSz="488950">
            <a:lnSpc>
              <a:spcPct val="90000"/>
            </a:lnSpc>
            <a:spcBef>
              <a:spcPct val="0"/>
            </a:spcBef>
            <a:spcAft>
              <a:spcPct val="15000"/>
            </a:spcAft>
            <a:buChar char="•"/>
          </a:pPr>
          <a:r>
            <a:rPr lang="en-IN" sz="1100" kern="1200" dirty="0"/>
            <a:t>Select suitable Azure services and prepare migration strategy.</a:t>
          </a:r>
        </a:p>
      </dsp:txBody>
      <dsp:txXfrm>
        <a:off x="2067637" y="2993200"/>
        <a:ext cx="1624181" cy="1673738"/>
      </dsp:txXfrm>
    </dsp:sp>
    <dsp:sp modelId="{7B99266E-E319-469B-B826-FD87D066F793}">
      <dsp:nvSpPr>
        <dsp:cNvPr id="0" name=""/>
        <dsp:cNvSpPr/>
      </dsp:nvSpPr>
      <dsp:spPr>
        <a:xfrm>
          <a:off x="3838196" y="2285549"/>
          <a:ext cx="1725243" cy="71"/>
        </a:xfrm>
        <a:prstGeom prst="rect">
          <a:avLst/>
        </a:prstGeom>
        <a:solidFill>
          <a:schemeClr val="accent2">
            <a:hueOff val="381251"/>
            <a:satOff val="-8521"/>
            <a:lumOff val="-8067"/>
            <a:alphaOff val="0"/>
          </a:schemeClr>
        </a:solidFill>
        <a:ln w="15875" cap="rnd" cmpd="sng" algn="ctr">
          <a:solidFill>
            <a:schemeClr val="accent2">
              <a:hueOff val="381251"/>
              <a:satOff val="-8521"/>
              <a:lumOff val="-806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F32D6BD-2495-43FE-8B8E-A348E6321C95}">
      <dsp:nvSpPr>
        <dsp:cNvPr id="0" name=""/>
        <dsp:cNvSpPr/>
      </dsp:nvSpPr>
      <dsp:spPr>
        <a:xfrm>
          <a:off x="5505930" y="2207374"/>
          <a:ext cx="88179" cy="165620"/>
        </a:xfrm>
        <a:prstGeom prst="chevron">
          <a:avLst>
            <a:gd name="adj" fmla="val 90000"/>
          </a:avLst>
        </a:prstGeom>
        <a:solidFill>
          <a:schemeClr val="accent2">
            <a:hueOff val="444793"/>
            <a:satOff val="-9942"/>
            <a:lumOff val="-9412"/>
            <a:alphaOff val="0"/>
          </a:schemeClr>
        </a:solidFill>
        <a:ln w="15875" cap="rnd" cmpd="sng" algn="ctr">
          <a:solidFill>
            <a:schemeClr val="accent2">
              <a:hueOff val="444793"/>
              <a:satOff val="-9942"/>
              <a:lumOff val="-9412"/>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31" tIns="165100" rIns="30431" bIns="165100" numCol="1" spcCol="1270" anchor="t" anchorCtr="0">
          <a:noAutofit/>
        </a:bodyPr>
        <a:lstStyle/>
        <a:p>
          <a:pPr marL="0" lvl="0" indent="0" algn="l" defTabSz="533400">
            <a:lnSpc>
              <a:spcPct val="90000"/>
            </a:lnSpc>
            <a:spcBef>
              <a:spcPct val="0"/>
            </a:spcBef>
            <a:spcAft>
              <a:spcPct val="35000"/>
            </a:spcAft>
            <a:buNone/>
          </a:pPr>
          <a:r>
            <a:rPr lang="en-IN" sz="1200" b="1" kern="1200" dirty="0"/>
            <a:t>Cloud Deployment</a:t>
          </a:r>
        </a:p>
        <a:p>
          <a:pPr marL="114300" lvl="1" indent="-114300" algn="l" defTabSz="533400">
            <a:lnSpc>
              <a:spcPct val="90000"/>
            </a:lnSpc>
            <a:spcBef>
              <a:spcPct val="0"/>
            </a:spcBef>
            <a:spcAft>
              <a:spcPct val="15000"/>
            </a:spcAft>
            <a:buChar char="•"/>
          </a:pPr>
          <a:r>
            <a:rPr lang="en-IN" sz="1200" kern="1200" dirty="0"/>
            <a:t>Deploy Azure Virtual Machines, Storage, and SQL Database.</a:t>
          </a:r>
        </a:p>
      </dsp:txBody>
      <dsp:txXfrm>
        <a:off x="3894826" y="3048468"/>
        <a:ext cx="1624181" cy="1673738"/>
      </dsp:txXfrm>
    </dsp:sp>
    <dsp:sp modelId="{AB076A43-7894-4012-B6D7-9725E4989BB5}">
      <dsp:nvSpPr>
        <dsp:cNvPr id="0" name=""/>
        <dsp:cNvSpPr/>
      </dsp:nvSpPr>
      <dsp:spPr>
        <a:xfrm>
          <a:off x="4533621" y="2022542"/>
          <a:ext cx="526085" cy="526085"/>
        </a:xfrm>
        <a:prstGeom prst="ellipse">
          <a:avLst/>
        </a:prstGeom>
        <a:solidFill>
          <a:schemeClr val="accent2">
            <a:hueOff val="508335"/>
            <a:satOff val="-11362"/>
            <a:lumOff val="-10756"/>
            <a:alphaOff val="0"/>
          </a:schemeClr>
        </a:solidFill>
        <a:ln w="15875" cap="rnd" cmpd="sng" algn="ctr">
          <a:solidFill>
            <a:schemeClr val="accent2">
              <a:hueOff val="508335"/>
              <a:satOff val="-11362"/>
              <a:lumOff val="-10756"/>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415" tIns="20415" rIns="20415" bIns="20415" numCol="1" spcCol="1270" anchor="ctr" anchorCtr="0">
          <a:noAutofit/>
        </a:bodyPr>
        <a:lstStyle/>
        <a:p>
          <a:pPr marL="0" lvl="0" indent="0" algn="ctr" defTabSz="1022350">
            <a:lnSpc>
              <a:spcPct val="90000"/>
            </a:lnSpc>
            <a:spcBef>
              <a:spcPct val="0"/>
            </a:spcBef>
            <a:spcAft>
              <a:spcPct val="35000"/>
            </a:spcAft>
            <a:buNone/>
          </a:pPr>
          <a:r>
            <a:rPr lang="en-IN" sz="2300" kern="1200"/>
            <a:t>3</a:t>
          </a:r>
        </a:p>
      </dsp:txBody>
      <dsp:txXfrm>
        <a:off x="4610664" y="2099585"/>
        <a:ext cx="371999" cy="371999"/>
      </dsp:txXfrm>
    </dsp:sp>
    <dsp:sp modelId="{3D41151B-7EDE-4095-9B9E-11337420FBBE}">
      <dsp:nvSpPr>
        <dsp:cNvPr id="0" name=""/>
        <dsp:cNvSpPr/>
      </dsp:nvSpPr>
      <dsp:spPr>
        <a:xfrm>
          <a:off x="4796628" y="2620627"/>
          <a:ext cx="72" cy="322040"/>
        </a:xfrm>
        <a:prstGeom prst="rect">
          <a:avLst/>
        </a:prstGeom>
        <a:solidFill>
          <a:schemeClr val="accent2">
            <a:tint val="40000"/>
            <a:alpha val="90000"/>
            <a:hueOff val="491070"/>
            <a:satOff val="-25033"/>
            <a:lumOff val="-2589"/>
            <a:alphaOff val="0"/>
          </a:schemeClr>
        </a:solidFill>
        <a:ln w="15875" cap="rnd" cmpd="sng" algn="ctr">
          <a:solidFill>
            <a:schemeClr val="accent2">
              <a:tint val="40000"/>
              <a:alpha val="90000"/>
              <a:hueOff val="491070"/>
              <a:satOff val="-25033"/>
              <a:lumOff val="-2589"/>
              <a:alphaOff val="0"/>
            </a:schemeClr>
          </a:solidFill>
          <a:prstDash val="solid"/>
        </a:ln>
        <a:effectLst/>
      </dsp:spPr>
      <dsp:style>
        <a:lnRef idx="2">
          <a:scrgbClr r="0" g="0" b="0"/>
        </a:lnRef>
        <a:fillRef idx="1">
          <a:scrgbClr r="0" g="0" b="0"/>
        </a:fillRef>
        <a:effectRef idx="0">
          <a:scrgbClr r="0" g="0" b="0"/>
        </a:effectRef>
        <a:fontRef idx="minor"/>
      </dsp:style>
    </dsp:sp>
    <dsp:sp modelId="{D2B094FB-7BFF-4C14-A448-C535D4910E6B}">
      <dsp:nvSpPr>
        <dsp:cNvPr id="0" name=""/>
        <dsp:cNvSpPr/>
      </dsp:nvSpPr>
      <dsp:spPr>
        <a:xfrm>
          <a:off x="3844295" y="2997937"/>
          <a:ext cx="1725243" cy="1774800"/>
        </a:xfrm>
        <a:prstGeom prst="roundRect">
          <a:avLst>
            <a:gd name="adj" fmla="val 10000"/>
          </a:avLst>
        </a:prstGeom>
        <a:solidFill>
          <a:schemeClr val="lt1">
            <a:alpha val="90000"/>
            <a:hueOff val="0"/>
            <a:satOff val="0"/>
            <a:lumOff val="0"/>
            <a:alphaOff val="0"/>
          </a:schemeClr>
        </a:solidFill>
        <a:ln w="15875" cap="rnd" cmpd="sng" algn="ctr">
          <a:solidFill>
            <a:schemeClr val="accent2">
              <a:hueOff val="444793"/>
              <a:satOff val="-9942"/>
              <a:lumOff val="-941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31" tIns="165100" rIns="30431" bIns="165100" numCol="1" spcCol="1270" anchor="t" anchorCtr="0">
          <a:noAutofit/>
        </a:bodyPr>
        <a:lstStyle/>
        <a:p>
          <a:pPr marL="0" lvl="0" indent="0" algn="l" defTabSz="533400">
            <a:lnSpc>
              <a:spcPct val="90000"/>
            </a:lnSpc>
            <a:spcBef>
              <a:spcPct val="0"/>
            </a:spcBef>
            <a:spcAft>
              <a:spcPct val="35000"/>
            </a:spcAft>
            <a:buNone/>
          </a:pPr>
          <a:r>
            <a:rPr lang="en-IN" sz="1200" b="1" kern="1200" dirty="0"/>
            <a:t>Cloud Deployment</a:t>
          </a:r>
        </a:p>
        <a:p>
          <a:pPr marL="114300" lvl="1" indent="-114300" algn="l" defTabSz="533400">
            <a:lnSpc>
              <a:spcPct val="90000"/>
            </a:lnSpc>
            <a:spcBef>
              <a:spcPct val="0"/>
            </a:spcBef>
            <a:spcAft>
              <a:spcPct val="15000"/>
            </a:spcAft>
            <a:buChar char="•"/>
          </a:pPr>
          <a:r>
            <a:rPr lang="en-IN" sz="1200" kern="1200" dirty="0"/>
            <a:t>Deploy Azure Virtual Machines, Storage, and SQL Database.</a:t>
          </a:r>
        </a:p>
      </dsp:txBody>
      <dsp:txXfrm>
        <a:off x="3894826" y="3048468"/>
        <a:ext cx="1624181" cy="1673738"/>
      </dsp:txXfrm>
    </dsp:sp>
    <dsp:sp modelId="{C2BE3DDC-F727-40EE-AC5E-D56807312E95}">
      <dsp:nvSpPr>
        <dsp:cNvPr id="0" name=""/>
        <dsp:cNvSpPr/>
      </dsp:nvSpPr>
      <dsp:spPr>
        <a:xfrm>
          <a:off x="5763714" y="2285549"/>
          <a:ext cx="1725243" cy="71"/>
        </a:xfrm>
        <a:prstGeom prst="rect">
          <a:avLst/>
        </a:prstGeom>
        <a:solidFill>
          <a:schemeClr val="accent2">
            <a:hueOff val="571877"/>
            <a:satOff val="-12782"/>
            <a:lumOff val="-12101"/>
            <a:alphaOff val="0"/>
          </a:schemeClr>
        </a:solidFill>
        <a:ln w="15875" cap="rnd" cmpd="sng" algn="ctr">
          <a:solidFill>
            <a:schemeClr val="accent2">
              <a:hueOff val="571877"/>
              <a:satOff val="-12782"/>
              <a:lumOff val="-1210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C017F01-D890-48BB-B6AC-C6D615F00421}">
      <dsp:nvSpPr>
        <dsp:cNvPr id="0" name=""/>
        <dsp:cNvSpPr/>
      </dsp:nvSpPr>
      <dsp:spPr>
        <a:xfrm>
          <a:off x="7431449" y="2207373"/>
          <a:ext cx="88179" cy="165622"/>
        </a:xfrm>
        <a:prstGeom prst="chevron">
          <a:avLst>
            <a:gd name="adj" fmla="val 90000"/>
          </a:avLst>
        </a:prstGeom>
        <a:solidFill>
          <a:schemeClr val="accent2">
            <a:hueOff val="635418"/>
            <a:satOff val="-14202"/>
            <a:lumOff val="-13445"/>
            <a:alphaOff val="0"/>
          </a:schemeClr>
        </a:solidFill>
        <a:ln w="15875" cap="rnd" cmpd="sng" algn="ctr">
          <a:solidFill>
            <a:schemeClr val="accent2">
              <a:hueOff val="635418"/>
              <a:satOff val="-14202"/>
              <a:lumOff val="-1344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31" tIns="165100" rIns="30431" bIns="165100" numCol="1" spcCol="1270" anchor="t" anchorCtr="0">
          <a:noAutofit/>
        </a:bodyPr>
        <a:lstStyle/>
        <a:p>
          <a:pPr marL="0" lvl="0" indent="0" algn="l" defTabSz="711200">
            <a:lnSpc>
              <a:spcPct val="90000"/>
            </a:lnSpc>
            <a:spcBef>
              <a:spcPct val="0"/>
            </a:spcBef>
            <a:spcAft>
              <a:spcPct val="35000"/>
            </a:spcAft>
            <a:buNone/>
          </a:pPr>
          <a:r>
            <a:rPr lang="en-IN" sz="1600" b="1" kern="1200" dirty="0"/>
            <a:t>Testing</a:t>
          </a:r>
        </a:p>
        <a:p>
          <a:pPr marL="114300" lvl="1" indent="-114300" algn="l" defTabSz="622300">
            <a:lnSpc>
              <a:spcPct val="90000"/>
            </a:lnSpc>
            <a:spcBef>
              <a:spcPct val="0"/>
            </a:spcBef>
            <a:spcAft>
              <a:spcPct val="15000"/>
            </a:spcAft>
            <a:buChar char="•"/>
          </a:pPr>
          <a:r>
            <a:rPr lang="en-IN" sz="1400" kern="1200" dirty="0"/>
            <a:t>Validate performance, connectivity, and security.</a:t>
          </a:r>
        </a:p>
      </dsp:txBody>
      <dsp:txXfrm>
        <a:off x="5807114" y="2994654"/>
        <a:ext cx="1830136" cy="1670836"/>
      </dsp:txXfrm>
    </dsp:sp>
    <dsp:sp modelId="{5A174DF2-3E24-4F16-9BAE-CBE7D9A78D5F}">
      <dsp:nvSpPr>
        <dsp:cNvPr id="0" name=""/>
        <dsp:cNvSpPr/>
      </dsp:nvSpPr>
      <dsp:spPr>
        <a:xfrm>
          <a:off x="6459140" y="2022542"/>
          <a:ext cx="526085" cy="526085"/>
        </a:xfrm>
        <a:prstGeom prst="ellipse">
          <a:avLst/>
        </a:prstGeom>
        <a:solidFill>
          <a:schemeClr val="accent2">
            <a:hueOff val="698960"/>
            <a:satOff val="-15622"/>
            <a:lumOff val="-14790"/>
            <a:alphaOff val="0"/>
          </a:schemeClr>
        </a:solidFill>
        <a:ln w="15875" cap="rnd" cmpd="sng" algn="ctr">
          <a:solidFill>
            <a:schemeClr val="accent2">
              <a:hueOff val="698960"/>
              <a:satOff val="-15622"/>
              <a:lumOff val="-1479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415" tIns="20415" rIns="20415" bIns="20415" numCol="1" spcCol="1270" anchor="ctr" anchorCtr="0">
          <a:noAutofit/>
        </a:bodyPr>
        <a:lstStyle/>
        <a:p>
          <a:pPr marL="0" lvl="0" indent="0" algn="ctr" defTabSz="1022350">
            <a:lnSpc>
              <a:spcPct val="90000"/>
            </a:lnSpc>
            <a:spcBef>
              <a:spcPct val="0"/>
            </a:spcBef>
            <a:spcAft>
              <a:spcPct val="35000"/>
            </a:spcAft>
            <a:buNone/>
          </a:pPr>
          <a:r>
            <a:rPr lang="en-IN" sz="2300" kern="1200"/>
            <a:t>4</a:t>
          </a:r>
        </a:p>
      </dsp:txBody>
      <dsp:txXfrm>
        <a:off x="6536183" y="2099585"/>
        <a:ext cx="371999" cy="371999"/>
      </dsp:txXfrm>
    </dsp:sp>
    <dsp:sp modelId="{EC99CFF3-8DB3-4ACB-BA5D-3AC297009B11}">
      <dsp:nvSpPr>
        <dsp:cNvPr id="0" name=""/>
        <dsp:cNvSpPr/>
      </dsp:nvSpPr>
      <dsp:spPr>
        <a:xfrm>
          <a:off x="6722147" y="2620627"/>
          <a:ext cx="72" cy="322043"/>
        </a:xfrm>
        <a:prstGeom prst="rect">
          <a:avLst/>
        </a:prstGeom>
        <a:solidFill>
          <a:schemeClr val="accent2">
            <a:tint val="40000"/>
            <a:alpha val="90000"/>
            <a:hueOff val="736605"/>
            <a:satOff val="-37550"/>
            <a:lumOff val="-3884"/>
            <a:alphaOff val="0"/>
          </a:schemeClr>
        </a:solidFill>
        <a:ln w="15875" cap="rnd" cmpd="sng" algn="ctr">
          <a:solidFill>
            <a:schemeClr val="accent2">
              <a:tint val="40000"/>
              <a:alpha val="90000"/>
              <a:hueOff val="736605"/>
              <a:satOff val="-37550"/>
              <a:lumOff val="-3884"/>
              <a:alphaOff val="0"/>
            </a:schemeClr>
          </a:solidFill>
          <a:prstDash val="solid"/>
        </a:ln>
        <a:effectLst/>
      </dsp:spPr>
      <dsp:style>
        <a:lnRef idx="2">
          <a:scrgbClr r="0" g="0" b="0"/>
        </a:lnRef>
        <a:fillRef idx="1">
          <a:scrgbClr r="0" g="0" b="0"/>
        </a:fillRef>
        <a:effectRef idx="0">
          <a:scrgbClr r="0" g="0" b="0"/>
        </a:effectRef>
        <a:fontRef idx="minor"/>
      </dsp:style>
    </dsp:sp>
    <dsp:sp modelId="{C4CB978C-8AFC-4B3E-9CD6-CEC410C8DC9C}">
      <dsp:nvSpPr>
        <dsp:cNvPr id="0" name=""/>
        <dsp:cNvSpPr/>
      </dsp:nvSpPr>
      <dsp:spPr>
        <a:xfrm>
          <a:off x="5755132" y="2942672"/>
          <a:ext cx="1934100" cy="1774800"/>
        </a:xfrm>
        <a:prstGeom prst="roundRect">
          <a:avLst>
            <a:gd name="adj" fmla="val 10000"/>
          </a:avLst>
        </a:prstGeom>
        <a:solidFill>
          <a:schemeClr val="lt1">
            <a:alpha val="90000"/>
            <a:hueOff val="0"/>
            <a:satOff val="0"/>
            <a:lumOff val="0"/>
            <a:alphaOff val="0"/>
          </a:schemeClr>
        </a:solidFill>
        <a:ln w="15875" cap="rnd" cmpd="sng" algn="ctr">
          <a:solidFill>
            <a:schemeClr val="accent2">
              <a:hueOff val="667189"/>
              <a:satOff val="-14912"/>
              <a:lumOff val="-1411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31" tIns="165100" rIns="30431" bIns="165100" numCol="1" spcCol="1270" anchor="t" anchorCtr="0">
          <a:noAutofit/>
        </a:bodyPr>
        <a:lstStyle/>
        <a:p>
          <a:pPr marL="0" lvl="0" indent="0" algn="l" defTabSz="711200">
            <a:lnSpc>
              <a:spcPct val="90000"/>
            </a:lnSpc>
            <a:spcBef>
              <a:spcPct val="0"/>
            </a:spcBef>
            <a:spcAft>
              <a:spcPct val="35000"/>
            </a:spcAft>
            <a:buNone/>
          </a:pPr>
          <a:r>
            <a:rPr lang="en-IN" sz="1600" b="1" kern="1200" dirty="0"/>
            <a:t>Testing</a:t>
          </a:r>
        </a:p>
        <a:p>
          <a:pPr marL="114300" lvl="1" indent="-114300" algn="l" defTabSz="622300">
            <a:lnSpc>
              <a:spcPct val="90000"/>
            </a:lnSpc>
            <a:spcBef>
              <a:spcPct val="0"/>
            </a:spcBef>
            <a:spcAft>
              <a:spcPct val="15000"/>
            </a:spcAft>
            <a:buChar char="•"/>
          </a:pPr>
          <a:r>
            <a:rPr lang="en-IN" sz="1400" kern="1200" dirty="0"/>
            <a:t>Validate performance, connectivity, and security.</a:t>
          </a:r>
        </a:p>
      </dsp:txBody>
      <dsp:txXfrm>
        <a:off x="5807114" y="2994654"/>
        <a:ext cx="1830136" cy="1670836"/>
      </dsp:txXfrm>
    </dsp:sp>
    <dsp:sp modelId="{FAC7C639-4DE0-4F9B-8898-C95A5FC60A07}">
      <dsp:nvSpPr>
        <dsp:cNvPr id="0" name=""/>
        <dsp:cNvSpPr/>
      </dsp:nvSpPr>
      <dsp:spPr>
        <a:xfrm>
          <a:off x="7689233" y="2285547"/>
          <a:ext cx="958468" cy="71"/>
        </a:xfrm>
        <a:prstGeom prst="rect">
          <a:avLst/>
        </a:prstGeom>
        <a:solidFill>
          <a:schemeClr val="accent2">
            <a:hueOff val="762502"/>
            <a:satOff val="-17043"/>
            <a:lumOff val="-16134"/>
            <a:alphaOff val="0"/>
          </a:schemeClr>
        </a:solidFill>
        <a:ln w="15875" cap="rnd" cmpd="sng" algn="ctr">
          <a:solidFill>
            <a:schemeClr val="accent2">
              <a:hueOff val="762502"/>
              <a:satOff val="-17043"/>
              <a:lumOff val="-1613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A3CAD3-E6FD-4C84-9CEF-BA1007C5D560}">
      <dsp:nvSpPr>
        <dsp:cNvPr id="0" name=""/>
        <dsp:cNvSpPr/>
      </dsp:nvSpPr>
      <dsp:spPr>
        <a:xfrm>
          <a:off x="8384659" y="2022540"/>
          <a:ext cx="526085" cy="526085"/>
        </a:xfrm>
        <a:prstGeom prst="ellipse">
          <a:avLst/>
        </a:prstGeom>
        <a:solidFill>
          <a:schemeClr val="accent2">
            <a:hueOff val="889586"/>
            <a:satOff val="-19883"/>
            <a:lumOff val="-18823"/>
            <a:alphaOff val="0"/>
          </a:schemeClr>
        </a:solidFill>
        <a:ln w="15875" cap="rnd" cmpd="sng" algn="ctr">
          <a:solidFill>
            <a:schemeClr val="accent2">
              <a:hueOff val="889586"/>
              <a:satOff val="-19883"/>
              <a:lumOff val="-1882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415" tIns="20415" rIns="20415" bIns="20415" numCol="1" spcCol="1270" anchor="ctr" anchorCtr="0">
          <a:noAutofit/>
        </a:bodyPr>
        <a:lstStyle/>
        <a:p>
          <a:pPr marL="0" lvl="0" indent="0" algn="ctr" defTabSz="1022350">
            <a:lnSpc>
              <a:spcPct val="90000"/>
            </a:lnSpc>
            <a:spcBef>
              <a:spcPct val="0"/>
            </a:spcBef>
            <a:spcAft>
              <a:spcPct val="35000"/>
            </a:spcAft>
            <a:buNone/>
          </a:pPr>
          <a:r>
            <a:rPr lang="en-IN" sz="2300" kern="1200"/>
            <a:t>5</a:t>
          </a:r>
        </a:p>
      </dsp:txBody>
      <dsp:txXfrm>
        <a:off x="8461702" y="2099583"/>
        <a:ext cx="371999" cy="371999"/>
      </dsp:txXfrm>
    </dsp:sp>
    <dsp:sp modelId="{00C9E632-2126-4163-BB61-1F5727FC2E91}">
      <dsp:nvSpPr>
        <dsp:cNvPr id="0" name=""/>
        <dsp:cNvSpPr/>
      </dsp:nvSpPr>
      <dsp:spPr>
        <a:xfrm>
          <a:off x="8647666" y="2620625"/>
          <a:ext cx="72" cy="322044"/>
        </a:xfrm>
        <a:prstGeom prst="rect">
          <a:avLst/>
        </a:prstGeom>
        <a:solidFill>
          <a:schemeClr val="accent2">
            <a:tint val="40000"/>
            <a:alpha val="90000"/>
            <a:hueOff val="982140"/>
            <a:satOff val="-50066"/>
            <a:lumOff val="-5179"/>
            <a:alphaOff val="0"/>
          </a:schemeClr>
        </a:solidFill>
        <a:ln w="15875" cap="rnd" cmpd="sng" algn="ctr">
          <a:solidFill>
            <a:schemeClr val="accent2">
              <a:tint val="40000"/>
              <a:alpha val="90000"/>
              <a:hueOff val="982140"/>
              <a:satOff val="-50066"/>
              <a:lumOff val="-5179"/>
              <a:alphaOff val="0"/>
            </a:schemeClr>
          </a:solidFill>
          <a:prstDash val="solid"/>
        </a:ln>
        <a:effectLst/>
      </dsp:spPr>
      <dsp:style>
        <a:lnRef idx="2">
          <a:scrgbClr r="0" g="0" b="0"/>
        </a:lnRef>
        <a:fillRef idx="1">
          <a:scrgbClr r="0" g="0" b="0"/>
        </a:fillRef>
        <a:effectRef idx="0">
          <a:scrgbClr r="0" g="0" b="0"/>
        </a:effectRef>
        <a:fontRef idx="minor"/>
      </dsp:style>
    </dsp:sp>
    <dsp:sp modelId="{F36B4385-5B9F-45E2-9D88-CFDFA1E4D000}">
      <dsp:nvSpPr>
        <dsp:cNvPr id="0" name=""/>
        <dsp:cNvSpPr/>
      </dsp:nvSpPr>
      <dsp:spPr>
        <a:xfrm>
          <a:off x="7785080" y="2942669"/>
          <a:ext cx="1725243" cy="1774800"/>
        </a:xfrm>
        <a:prstGeom prst="roundRect">
          <a:avLst>
            <a:gd name="adj" fmla="val 10000"/>
          </a:avLst>
        </a:prstGeom>
        <a:solidFill>
          <a:schemeClr val="lt1">
            <a:alpha val="90000"/>
            <a:hueOff val="0"/>
            <a:satOff val="0"/>
            <a:lumOff val="0"/>
            <a:alphaOff val="0"/>
          </a:schemeClr>
        </a:solidFill>
        <a:ln w="15875" cap="rnd" cmpd="sng" algn="ctr">
          <a:solidFill>
            <a:schemeClr val="accent2">
              <a:hueOff val="889586"/>
              <a:satOff val="-19883"/>
              <a:lumOff val="-1882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31" tIns="165100" rIns="30431" bIns="165100" numCol="1" spcCol="1270" anchor="t" anchorCtr="0">
          <a:noAutofit/>
        </a:bodyPr>
        <a:lstStyle/>
        <a:p>
          <a:pPr marL="0" lvl="0" indent="0" algn="l" defTabSz="533400">
            <a:lnSpc>
              <a:spcPct val="90000"/>
            </a:lnSpc>
            <a:spcBef>
              <a:spcPct val="0"/>
            </a:spcBef>
            <a:spcAft>
              <a:spcPct val="35000"/>
            </a:spcAft>
            <a:buNone/>
          </a:pPr>
          <a:r>
            <a:rPr lang="en-IN" sz="1200" b="1" kern="1200" dirty="0"/>
            <a:t>Monitoring</a:t>
          </a:r>
          <a:endParaRPr lang="en-IN" sz="1400" b="1" kern="1200" dirty="0"/>
        </a:p>
        <a:p>
          <a:pPr marL="114300" lvl="1" indent="-114300" algn="l" defTabSz="533400">
            <a:lnSpc>
              <a:spcPct val="90000"/>
            </a:lnSpc>
            <a:spcBef>
              <a:spcPct val="0"/>
            </a:spcBef>
            <a:spcAft>
              <a:spcPct val="15000"/>
            </a:spcAft>
            <a:buChar char="•"/>
          </a:pPr>
          <a:r>
            <a:rPr lang="en-IN" sz="1200" kern="1200" dirty="0"/>
            <a:t> Monitor infrastructure using Azure Monitor and Defender.</a:t>
          </a:r>
        </a:p>
      </dsp:txBody>
      <dsp:txXfrm>
        <a:off x="7835611" y="2993200"/>
        <a:ext cx="1624181" cy="16737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D212E9-E7CF-4FC7-96F9-CAD7CAA8DA30}">
      <dsp:nvSpPr>
        <dsp:cNvPr id="0" name=""/>
        <dsp:cNvSpPr/>
      </dsp:nvSpPr>
      <dsp:spPr>
        <a:xfrm>
          <a:off x="0" y="261554"/>
          <a:ext cx="4422518" cy="4422518"/>
        </a:xfrm>
        <a:prstGeom prst="pie">
          <a:avLst>
            <a:gd name="adj1" fmla="val 5400000"/>
            <a:gd name="adj2" fmla="val 16200000"/>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3ECEA4-439A-42C1-8BF7-5068AF1A5B07}">
      <dsp:nvSpPr>
        <dsp:cNvPr id="0" name=""/>
        <dsp:cNvSpPr/>
      </dsp:nvSpPr>
      <dsp:spPr>
        <a:xfrm>
          <a:off x="2211259" y="261554"/>
          <a:ext cx="5159604" cy="4422518"/>
        </a:xfrm>
        <a:prstGeom prst="rect">
          <a:avLst/>
        </a:prstGeom>
        <a:solidFill>
          <a:schemeClr val="lt1">
            <a:alpha val="90000"/>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IN" sz="3500" kern="1200" dirty="0"/>
            <a:t>Testing Performed</a:t>
          </a:r>
        </a:p>
      </dsp:txBody>
      <dsp:txXfrm>
        <a:off x="2211259" y="261554"/>
        <a:ext cx="2579802" cy="2100696"/>
      </dsp:txXfrm>
    </dsp:sp>
    <dsp:sp modelId="{8EFAA267-F23B-40BD-9C9F-74893FE851C4}">
      <dsp:nvSpPr>
        <dsp:cNvPr id="0" name=""/>
        <dsp:cNvSpPr/>
      </dsp:nvSpPr>
      <dsp:spPr>
        <a:xfrm>
          <a:off x="1160911" y="2362250"/>
          <a:ext cx="2100696" cy="2100696"/>
        </a:xfrm>
        <a:prstGeom prst="pie">
          <a:avLst>
            <a:gd name="adj1" fmla="val 5400000"/>
            <a:gd name="adj2" fmla="val 16200000"/>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AE15763-8BDD-42BE-909B-494EE2700050}">
      <dsp:nvSpPr>
        <dsp:cNvPr id="0" name=""/>
        <dsp:cNvSpPr/>
      </dsp:nvSpPr>
      <dsp:spPr>
        <a:xfrm>
          <a:off x="2211259" y="2362250"/>
          <a:ext cx="5159604" cy="2100696"/>
        </a:xfrm>
        <a:prstGeom prst="rect">
          <a:avLst/>
        </a:prstGeom>
        <a:solidFill>
          <a:schemeClr val="lt1">
            <a:alpha val="90000"/>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IN" sz="3500" kern="1200" dirty="0"/>
            <a:t>Results</a:t>
          </a:r>
        </a:p>
      </dsp:txBody>
      <dsp:txXfrm>
        <a:off x="2211259" y="2362250"/>
        <a:ext cx="2579802" cy="2100696"/>
      </dsp:txXfrm>
    </dsp:sp>
    <dsp:sp modelId="{CB5D1BDD-70CE-4F66-A343-31F103F1EB1B}">
      <dsp:nvSpPr>
        <dsp:cNvPr id="0" name=""/>
        <dsp:cNvSpPr/>
      </dsp:nvSpPr>
      <dsp:spPr>
        <a:xfrm>
          <a:off x="4791061" y="261554"/>
          <a:ext cx="2579802" cy="2100696"/>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171450" lvl="1" indent="-171450" algn="l" defTabSz="755650">
            <a:lnSpc>
              <a:spcPct val="90000"/>
            </a:lnSpc>
            <a:spcBef>
              <a:spcPct val="0"/>
            </a:spcBef>
            <a:spcAft>
              <a:spcPct val="15000"/>
            </a:spcAft>
            <a:buFont typeface="Arial" panose="020B0604020202020204" pitchFamily="34" charset="0"/>
            <a:buChar char="•"/>
          </a:pPr>
          <a:r>
            <a:rPr lang="en-IN" sz="1700" kern="1200" dirty="0"/>
            <a:t>Connectivity Testing</a:t>
          </a:r>
        </a:p>
        <a:p>
          <a:pPr marL="171450" lvl="1" indent="-171450" algn="l" defTabSz="755650">
            <a:lnSpc>
              <a:spcPct val="90000"/>
            </a:lnSpc>
            <a:spcBef>
              <a:spcPct val="0"/>
            </a:spcBef>
            <a:spcAft>
              <a:spcPct val="15000"/>
            </a:spcAft>
            <a:buFont typeface="Arial" panose="020B0604020202020204" pitchFamily="34" charset="0"/>
            <a:buChar char="•"/>
          </a:pPr>
          <a:r>
            <a:rPr lang="en-IN" sz="1700" kern="1200" dirty="0"/>
            <a:t>Performance Testing</a:t>
          </a:r>
        </a:p>
        <a:p>
          <a:pPr marL="171450" lvl="1" indent="-171450" algn="l" defTabSz="755650">
            <a:lnSpc>
              <a:spcPct val="90000"/>
            </a:lnSpc>
            <a:spcBef>
              <a:spcPct val="0"/>
            </a:spcBef>
            <a:spcAft>
              <a:spcPct val="15000"/>
            </a:spcAft>
            <a:buFont typeface="Arial" panose="020B0604020202020204" pitchFamily="34" charset="0"/>
            <a:buChar char="•"/>
          </a:pPr>
          <a:r>
            <a:rPr lang="en-IN" sz="1700" kern="1200" dirty="0"/>
            <a:t>Security Testing</a:t>
          </a:r>
        </a:p>
        <a:p>
          <a:pPr marL="171450" lvl="1" indent="-171450" algn="l" defTabSz="755650">
            <a:lnSpc>
              <a:spcPct val="90000"/>
            </a:lnSpc>
            <a:spcBef>
              <a:spcPct val="0"/>
            </a:spcBef>
            <a:spcAft>
              <a:spcPct val="15000"/>
            </a:spcAft>
            <a:buFont typeface="Arial" panose="020B0604020202020204" pitchFamily="34" charset="0"/>
            <a:buChar char="•"/>
          </a:pPr>
          <a:r>
            <a:rPr lang="en-IN" sz="1700" kern="1200" dirty="0"/>
            <a:t>Backup</a:t>
          </a:r>
        </a:p>
        <a:p>
          <a:pPr marL="171450" lvl="1" indent="-171450" algn="l" defTabSz="755650">
            <a:lnSpc>
              <a:spcPct val="90000"/>
            </a:lnSpc>
            <a:spcBef>
              <a:spcPct val="0"/>
            </a:spcBef>
            <a:spcAft>
              <a:spcPct val="15000"/>
            </a:spcAft>
            <a:buFont typeface="Arial" panose="020B0604020202020204" pitchFamily="34" charset="0"/>
            <a:buChar char="•"/>
          </a:pPr>
          <a:r>
            <a:rPr lang="en-IN" sz="1700" kern="1200" dirty="0"/>
            <a:t>Verification</a:t>
          </a:r>
        </a:p>
        <a:p>
          <a:pPr marL="171450" lvl="1" indent="-171450" algn="l" defTabSz="755650">
            <a:lnSpc>
              <a:spcPct val="90000"/>
            </a:lnSpc>
            <a:spcBef>
              <a:spcPct val="0"/>
            </a:spcBef>
            <a:spcAft>
              <a:spcPct val="15000"/>
            </a:spcAft>
            <a:buFont typeface="Arial" panose="020B0604020202020204" pitchFamily="34" charset="0"/>
            <a:buChar char="•"/>
          </a:pPr>
          <a:r>
            <a:rPr lang="en-IN" sz="1700" kern="1200" dirty="0"/>
            <a:t>Resource Monitoring</a:t>
          </a:r>
        </a:p>
      </dsp:txBody>
      <dsp:txXfrm>
        <a:off x="4791061" y="261554"/>
        <a:ext cx="2579802" cy="2100696"/>
      </dsp:txXfrm>
    </dsp:sp>
    <dsp:sp modelId="{8C132610-5E03-4866-9D8A-8F9BE2C6A9AB}">
      <dsp:nvSpPr>
        <dsp:cNvPr id="0" name=""/>
        <dsp:cNvSpPr/>
      </dsp:nvSpPr>
      <dsp:spPr>
        <a:xfrm>
          <a:off x="4791061" y="2362250"/>
          <a:ext cx="2579802" cy="2100696"/>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171450" lvl="1" indent="-171450" algn="l" defTabSz="755650">
            <a:lnSpc>
              <a:spcPct val="90000"/>
            </a:lnSpc>
            <a:spcBef>
              <a:spcPct val="0"/>
            </a:spcBef>
            <a:spcAft>
              <a:spcPct val="15000"/>
            </a:spcAft>
            <a:buFont typeface="Arial" panose="020B0604020202020204" pitchFamily="34" charset="0"/>
            <a:buChar char="•"/>
          </a:pPr>
          <a:r>
            <a:rPr lang="en-IN" sz="1700" kern="1200" dirty="0"/>
            <a:t>Improved scalability</a:t>
          </a:r>
        </a:p>
        <a:p>
          <a:pPr marL="171450" lvl="1" indent="-171450" algn="l" defTabSz="755650">
            <a:lnSpc>
              <a:spcPct val="90000"/>
            </a:lnSpc>
            <a:spcBef>
              <a:spcPct val="0"/>
            </a:spcBef>
            <a:spcAft>
              <a:spcPct val="15000"/>
            </a:spcAft>
            <a:buFont typeface="Arial" panose="020B0604020202020204" pitchFamily="34" charset="0"/>
            <a:buChar char="•"/>
          </a:pPr>
          <a:r>
            <a:rPr lang="en-IN" sz="1700" kern="1200" dirty="0"/>
            <a:t>Better performance</a:t>
          </a:r>
        </a:p>
        <a:p>
          <a:pPr marL="171450" lvl="1" indent="-171450" algn="l" defTabSz="755650">
            <a:lnSpc>
              <a:spcPct val="90000"/>
            </a:lnSpc>
            <a:spcBef>
              <a:spcPct val="0"/>
            </a:spcBef>
            <a:spcAft>
              <a:spcPct val="15000"/>
            </a:spcAft>
            <a:buFont typeface="Arial" panose="020B0604020202020204" pitchFamily="34" charset="0"/>
            <a:buChar char="•"/>
          </a:pPr>
          <a:r>
            <a:rPr lang="en-IN" sz="1700" kern="1200" dirty="0"/>
            <a:t>Automated backup</a:t>
          </a:r>
        </a:p>
        <a:p>
          <a:pPr marL="171450" lvl="1" indent="-171450" algn="l" defTabSz="755650">
            <a:lnSpc>
              <a:spcPct val="90000"/>
            </a:lnSpc>
            <a:spcBef>
              <a:spcPct val="0"/>
            </a:spcBef>
            <a:spcAft>
              <a:spcPct val="15000"/>
            </a:spcAft>
            <a:buFont typeface="Arial" panose="020B0604020202020204" pitchFamily="34" charset="0"/>
            <a:buChar char="•"/>
          </a:pPr>
          <a:r>
            <a:rPr lang="en-IN" sz="1700" kern="1200" dirty="0"/>
            <a:t>High availability</a:t>
          </a:r>
        </a:p>
        <a:p>
          <a:pPr marL="171450" lvl="1" indent="-171450" algn="l" defTabSz="755650">
            <a:lnSpc>
              <a:spcPct val="90000"/>
            </a:lnSpc>
            <a:spcBef>
              <a:spcPct val="0"/>
            </a:spcBef>
            <a:spcAft>
              <a:spcPct val="15000"/>
            </a:spcAft>
            <a:buFont typeface="Arial" panose="020B0604020202020204" pitchFamily="34" charset="0"/>
            <a:buChar char="•"/>
          </a:pPr>
          <a:r>
            <a:rPr lang="en-IN" sz="1700" kern="1200" dirty="0"/>
            <a:t>Secure cloud environment</a:t>
          </a:r>
        </a:p>
      </dsp:txBody>
      <dsp:txXfrm>
        <a:off x="4791061" y="2362250"/>
        <a:ext cx="2579802" cy="21006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3B82AC-62E1-428F-8916-6C21F6ACD4EA}">
      <dsp:nvSpPr>
        <dsp:cNvPr id="0" name=""/>
        <dsp:cNvSpPr/>
      </dsp:nvSpPr>
      <dsp:spPr>
        <a:xfrm>
          <a:off x="0" y="2820663"/>
          <a:ext cx="9942052" cy="1850660"/>
        </a:xfrm>
        <a:prstGeom prst="rect">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8000"/>
                <a:lumMod val="94000"/>
              </a:schemeClr>
            </a:gs>
          </a:gsLst>
          <a:lin ang="5400000" scaled="0"/>
        </a:gradFill>
        <a:ln>
          <a:noFill/>
        </a:ln>
        <a:effectLst>
          <a:outerShdw blurRad="38100" dist="25400" dir="5400000" rotWithShape="0">
            <a:srgbClr val="000000">
              <a:alpha val="2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34696" tIns="234696" rIns="234696" bIns="234696" numCol="1" spcCol="1270" anchor="ctr" anchorCtr="0">
          <a:noAutofit/>
        </a:bodyPr>
        <a:lstStyle/>
        <a:p>
          <a:pPr marL="0" lvl="0" indent="0" algn="ctr" defTabSz="1466850">
            <a:lnSpc>
              <a:spcPct val="90000"/>
            </a:lnSpc>
            <a:spcBef>
              <a:spcPct val="0"/>
            </a:spcBef>
            <a:spcAft>
              <a:spcPct val="35000"/>
            </a:spcAft>
            <a:buNone/>
          </a:pPr>
          <a:r>
            <a:rPr lang="en-IN" sz="3300" kern="1200" dirty="0">
              <a:latin typeface="Courier New" panose="02070309020205020404" pitchFamily="49" charset="0"/>
            </a:rPr>
            <a:t>✅</a:t>
          </a:r>
          <a:r>
            <a:rPr lang="en-IN" sz="3300" kern="1200" dirty="0"/>
            <a:t>Solutions</a:t>
          </a:r>
        </a:p>
      </dsp:txBody>
      <dsp:txXfrm>
        <a:off x="0" y="2820663"/>
        <a:ext cx="9942052" cy="999356"/>
      </dsp:txXfrm>
    </dsp:sp>
    <dsp:sp modelId="{0A311B03-EEEE-448C-8BB0-7E29190363E0}">
      <dsp:nvSpPr>
        <dsp:cNvPr id="0" name=""/>
        <dsp:cNvSpPr/>
      </dsp:nvSpPr>
      <dsp:spPr>
        <a:xfrm>
          <a:off x="1213" y="3783007"/>
          <a:ext cx="1987924" cy="851303"/>
        </a:xfrm>
        <a:prstGeom prst="rect">
          <a:avLst/>
        </a:prstGeom>
        <a:solidFill>
          <a:schemeClr val="accent2">
            <a:tint val="40000"/>
            <a:alpha val="90000"/>
            <a:hueOff val="0"/>
            <a:satOff val="0"/>
            <a:lumOff val="0"/>
            <a:alphaOff val="0"/>
          </a:schemeClr>
        </a:solidFill>
        <a:ln w="9525" cap="rnd" cmpd="sng" algn="ctr">
          <a:solidFill>
            <a:schemeClr val="accent2">
              <a:tint val="40000"/>
              <a:alpha val="90000"/>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IN" sz="1700" kern="1200" dirty="0"/>
            <a:t>Phased Migration Strategy</a:t>
          </a:r>
        </a:p>
      </dsp:txBody>
      <dsp:txXfrm>
        <a:off x="1213" y="3783007"/>
        <a:ext cx="1987924" cy="851303"/>
      </dsp:txXfrm>
    </dsp:sp>
    <dsp:sp modelId="{299BF288-F9C9-4203-8AD5-3631334E668B}">
      <dsp:nvSpPr>
        <dsp:cNvPr id="0" name=""/>
        <dsp:cNvSpPr/>
      </dsp:nvSpPr>
      <dsp:spPr>
        <a:xfrm>
          <a:off x="1989138" y="3783007"/>
          <a:ext cx="1987924" cy="851303"/>
        </a:xfrm>
        <a:prstGeom prst="rect">
          <a:avLst/>
        </a:prstGeom>
        <a:solidFill>
          <a:schemeClr val="accent2">
            <a:tint val="40000"/>
            <a:alpha val="90000"/>
            <a:hueOff val="109127"/>
            <a:satOff val="-5563"/>
            <a:lumOff val="-575"/>
            <a:alphaOff val="0"/>
          </a:schemeClr>
        </a:solidFill>
        <a:ln w="9525" cap="rnd" cmpd="sng" algn="ctr">
          <a:solidFill>
            <a:schemeClr val="accent2">
              <a:tint val="40000"/>
              <a:alpha val="90000"/>
              <a:hueOff val="109127"/>
              <a:satOff val="-5563"/>
              <a:lumOff val="-575"/>
              <a:alphaOff val="0"/>
            </a:schemeClr>
          </a:solidFill>
          <a:prstDash val="solid"/>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IN" sz="1700" kern="1200" dirty="0"/>
            <a:t>Microsoft Defender for Cloud</a:t>
          </a:r>
        </a:p>
      </dsp:txBody>
      <dsp:txXfrm>
        <a:off x="1989138" y="3783007"/>
        <a:ext cx="1987924" cy="851303"/>
      </dsp:txXfrm>
    </dsp:sp>
    <dsp:sp modelId="{F4F250FD-01BC-4D4C-9E36-5CD3255BF45F}">
      <dsp:nvSpPr>
        <dsp:cNvPr id="0" name=""/>
        <dsp:cNvSpPr/>
      </dsp:nvSpPr>
      <dsp:spPr>
        <a:xfrm>
          <a:off x="3977063" y="3783007"/>
          <a:ext cx="1987924" cy="851303"/>
        </a:xfrm>
        <a:prstGeom prst="rect">
          <a:avLst/>
        </a:prstGeom>
        <a:solidFill>
          <a:schemeClr val="accent2">
            <a:tint val="40000"/>
            <a:alpha val="90000"/>
            <a:hueOff val="218253"/>
            <a:satOff val="-11126"/>
            <a:lumOff val="-1151"/>
            <a:alphaOff val="0"/>
          </a:schemeClr>
        </a:solidFill>
        <a:ln w="9525" cap="rnd" cmpd="sng" algn="ctr">
          <a:solidFill>
            <a:schemeClr val="accent2">
              <a:tint val="40000"/>
              <a:alpha val="90000"/>
              <a:hueOff val="218253"/>
              <a:satOff val="-11126"/>
              <a:lumOff val="-1151"/>
              <a:alphaOff val="0"/>
            </a:schemeClr>
          </a:solidFill>
          <a:prstDash val="solid"/>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IN" sz="1700" kern="1200" dirty="0"/>
            <a:t>Azure Backup &amp; Recovery</a:t>
          </a:r>
        </a:p>
      </dsp:txBody>
      <dsp:txXfrm>
        <a:off x="3977063" y="3783007"/>
        <a:ext cx="1987924" cy="851303"/>
      </dsp:txXfrm>
    </dsp:sp>
    <dsp:sp modelId="{B8BCF825-784D-4B43-A067-9482A20D8019}">
      <dsp:nvSpPr>
        <dsp:cNvPr id="0" name=""/>
        <dsp:cNvSpPr/>
      </dsp:nvSpPr>
      <dsp:spPr>
        <a:xfrm>
          <a:off x="5964988" y="3783007"/>
          <a:ext cx="1987924" cy="851303"/>
        </a:xfrm>
        <a:prstGeom prst="rect">
          <a:avLst/>
        </a:prstGeom>
        <a:solidFill>
          <a:schemeClr val="accent2">
            <a:tint val="40000"/>
            <a:alpha val="90000"/>
            <a:hueOff val="327380"/>
            <a:satOff val="-16689"/>
            <a:lumOff val="-1726"/>
            <a:alphaOff val="0"/>
          </a:schemeClr>
        </a:solidFill>
        <a:ln w="9525" cap="rnd" cmpd="sng" algn="ctr">
          <a:solidFill>
            <a:schemeClr val="accent2">
              <a:tint val="40000"/>
              <a:alpha val="90000"/>
              <a:hueOff val="327380"/>
              <a:satOff val="-16689"/>
              <a:lumOff val="-1726"/>
              <a:alphaOff val="0"/>
            </a:schemeClr>
          </a:solidFill>
          <a:prstDash val="solid"/>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IN" sz="1700" kern="1200" dirty="0"/>
            <a:t>Azure Cost Management</a:t>
          </a:r>
        </a:p>
      </dsp:txBody>
      <dsp:txXfrm>
        <a:off x="5964988" y="3783007"/>
        <a:ext cx="1987924" cy="851303"/>
      </dsp:txXfrm>
    </dsp:sp>
    <dsp:sp modelId="{8338D653-21CD-433D-8EFA-2BB405390CE4}">
      <dsp:nvSpPr>
        <dsp:cNvPr id="0" name=""/>
        <dsp:cNvSpPr/>
      </dsp:nvSpPr>
      <dsp:spPr>
        <a:xfrm>
          <a:off x="7952913" y="3783007"/>
          <a:ext cx="1987924" cy="851303"/>
        </a:xfrm>
        <a:prstGeom prst="rect">
          <a:avLst/>
        </a:prstGeom>
        <a:solidFill>
          <a:schemeClr val="accent2">
            <a:tint val="40000"/>
            <a:alpha val="90000"/>
            <a:hueOff val="436507"/>
            <a:satOff val="-22252"/>
            <a:lumOff val="-2302"/>
            <a:alphaOff val="0"/>
          </a:schemeClr>
        </a:solidFill>
        <a:ln w="9525" cap="rnd" cmpd="sng" algn="ctr">
          <a:solidFill>
            <a:schemeClr val="accent2">
              <a:tint val="40000"/>
              <a:alpha val="90000"/>
              <a:hueOff val="436507"/>
              <a:satOff val="-22252"/>
              <a:lumOff val="-2302"/>
              <a:alphaOff val="0"/>
            </a:schemeClr>
          </a:solidFill>
          <a:prstDash val="solid"/>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IN" sz="1700" kern="1200" dirty="0"/>
            <a:t>Training &amp; Documentation</a:t>
          </a:r>
        </a:p>
      </dsp:txBody>
      <dsp:txXfrm>
        <a:off x="7952913" y="3783007"/>
        <a:ext cx="1987924" cy="851303"/>
      </dsp:txXfrm>
    </dsp:sp>
    <dsp:sp modelId="{1499C053-71F7-4A71-97A6-03EC41608EDF}">
      <dsp:nvSpPr>
        <dsp:cNvPr id="0" name=""/>
        <dsp:cNvSpPr/>
      </dsp:nvSpPr>
      <dsp:spPr>
        <a:xfrm rot="10800000">
          <a:off x="0" y="2107"/>
          <a:ext cx="9942052" cy="2846316"/>
        </a:xfrm>
        <a:prstGeom prst="upArrowCallout">
          <a:avLst/>
        </a:prstGeom>
        <a:gradFill rotWithShape="0">
          <a:gsLst>
            <a:gs pos="0">
              <a:schemeClr val="accent2">
                <a:hueOff val="889586"/>
                <a:satOff val="-19883"/>
                <a:lumOff val="-18823"/>
                <a:alphaOff val="0"/>
                <a:tint val="96000"/>
                <a:lumMod val="104000"/>
              </a:schemeClr>
            </a:gs>
            <a:gs pos="100000">
              <a:schemeClr val="accent2">
                <a:hueOff val="889586"/>
                <a:satOff val="-19883"/>
                <a:lumOff val="-18823"/>
                <a:alphaOff val="0"/>
                <a:shade val="98000"/>
                <a:lumMod val="94000"/>
              </a:schemeClr>
            </a:gs>
          </a:gsLst>
          <a:lin ang="5400000" scaled="0"/>
        </a:gradFill>
        <a:ln>
          <a:noFill/>
        </a:ln>
        <a:effectLst>
          <a:outerShdw blurRad="38100" dist="25400" dir="5400000" rotWithShape="0">
            <a:srgbClr val="000000">
              <a:alpha val="2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34696" tIns="234696" rIns="234696" bIns="234696" numCol="1" spcCol="1270" anchor="ctr" anchorCtr="0">
          <a:noAutofit/>
        </a:bodyPr>
        <a:lstStyle/>
        <a:p>
          <a:pPr marL="0" lvl="0" indent="0" algn="ctr" defTabSz="1466850">
            <a:lnSpc>
              <a:spcPct val="90000"/>
            </a:lnSpc>
            <a:spcBef>
              <a:spcPct val="0"/>
            </a:spcBef>
            <a:spcAft>
              <a:spcPct val="35000"/>
            </a:spcAft>
            <a:buNone/>
          </a:pPr>
          <a:r>
            <a:rPr lang="en-IN" sz="3300" kern="1200" dirty="0"/>
            <a:t>❌</a:t>
          </a:r>
          <a:r>
            <a:rPr lang="en-IN" sz="3300" kern="1200" dirty="0" err="1"/>
            <a:t>Challanges</a:t>
          </a:r>
          <a:endParaRPr lang="en-IN" sz="3300" kern="1200" dirty="0"/>
        </a:p>
      </dsp:txBody>
      <dsp:txXfrm rot="-10800000">
        <a:off x="0" y="2107"/>
        <a:ext cx="9942052" cy="999057"/>
      </dsp:txXfrm>
    </dsp:sp>
    <dsp:sp modelId="{4E066971-7057-488F-9CCF-36257CF3BA74}">
      <dsp:nvSpPr>
        <dsp:cNvPr id="0" name=""/>
        <dsp:cNvSpPr/>
      </dsp:nvSpPr>
      <dsp:spPr>
        <a:xfrm>
          <a:off x="1213" y="1001164"/>
          <a:ext cx="1987924" cy="851048"/>
        </a:xfrm>
        <a:prstGeom prst="rect">
          <a:avLst/>
        </a:prstGeom>
        <a:solidFill>
          <a:schemeClr val="accent2">
            <a:tint val="40000"/>
            <a:alpha val="90000"/>
            <a:hueOff val="545633"/>
            <a:satOff val="-27814"/>
            <a:lumOff val="-2877"/>
            <a:alphaOff val="0"/>
          </a:schemeClr>
        </a:solidFill>
        <a:ln w="9525" cap="rnd" cmpd="sng" algn="ctr">
          <a:solidFill>
            <a:schemeClr val="accent2">
              <a:tint val="40000"/>
              <a:alpha val="90000"/>
              <a:hueOff val="545633"/>
              <a:satOff val="-27814"/>
              <a:lumOff val="-2877"/>
              <a:alphaOff val="0"/>
            </a:schemeClr>
          </a:solidFill>
          <a:prstDash val="solid"/>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IN" sz="1700" kern="1200" dirty="0"/>
            <a:t> Data Migration</a:t>
          </a:r>
        </a:p>
      </dsp:txBody>
      <dsp:txXfrm>
        <a:off x="1213" y="1001164"/>
        <a:ext cx="1987924" cy="851048"/>
      </dsp:txXfrm>
    </dsp:sp>
    <dsp:sp modelId="{3D606E1A-0E9E-4458-A8EC-CAE365F6E695}">
      <dsp:nvSpPr>
        <dsp:cNvPr id="0" name=""/>
        <dsp:cNvSpPr/>
      </dsp:nvSpPr>
      <dsp:spPr>
        <a:xfrm>
          <a:off x="1989138" y="1001164"/>
          <a:ext cx="1987924" cy="851048"/>
        </a:xfrm>
        <a:prstGeom prst="rect">
          <a:avLst/>
        </a:prstGeom>
        <a:solidFill>
          <a:schemeClr val="accent2">
            <a:tint val="40000"/>
            <a:alpha val="90000"/>
            <a:hueOff val="654760"/>
            <a:satOff val="-33377"/>
            <a:lumOff val="-3453"/>
            <a:alphaOff val="0"/>
          </a:schemeClr>
        </a:solidFill>
        <a:ln w="9525" cap="rnd" cmpd="sng" algn="ctr">
          <a:solidFill>
            <a:schemeClr val="accent2">
              <a:tint val="40000"/>
              <a:alpha val="90000"/>
              <a:hueOff val="654760"/>
              <a:satOff val="-33377"/>
              <a:lumOff val="-3453"/>
              <a:alphaOff val="0"/>
            </a:schemeClr>
          </a:solidFill>
          <a:prstDash val="solid"/>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IN" sz="1700" kern="1200" dirty="0"/>
            <a:t>Security Risks</a:t>
          </a:r>
        </a:p>
      </dsp:txBody>
      <dsp:txXfrm>
        <a:off x="1989138" y="1001164"/>
        <a:ext cx="1987924" cy="851048"/>
      </dsp:txXfrm>
    </dsp:sp>
    <dsp:sp modelId="{9367D719-8741-4E4F-A8C4-425D877954AF}">
      <dsp:nvSpPr>
        <dsp:cNvPr id="0" name=""/>
        <dsp:cNvSpPr/>
      </dsp:nvSpPr>
      <dsp:spPr>
        <a:xfrm>
          <a:off x="3977063" y="1001164"/>
          <a:ext cx="1987924" cy="851048"/>
        </a:xfrm>
        <a:prstGeom prst="rect">
          <a:avLst/>
        </a:prstGeom>
        <a:solidFill>
          <a:schemeClr val="accent2">
            <a:tint val="40000"/>
            <a:alpha val="90000"/>
            <a:hueOff val="763887"/>
            <a:satOff val="-38940"/>
            <a:lumOff val="-4028"/>
            <a:alphaOff val="0"/>
          </a:schemeClr>
        </a:solidFill>
        <a:ln w="9525" cap="rnd" cmpd="sng" algn="ctr">
          <a:solidFill>
            <a:schemeClr val="accent2">
              <a:tint val="40000"/>
              <a:alpha val="90000"/>
              <a:hueOff val="763887"/>
              <a:satOff val="-38940"/>
              <a:lumOff val="-4028"/>
              <a:alphaOff val="0"/>
            </a:schemeClr>
          </a:solidFill>
          <a:prstDash val="solid"/>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IN" sz="1700" kern="1200" dirty="0"/>
            <a:t>Downtime</a:t>
          </a:r>
        </a:p>
      </dsp:txBody>
      <dsp:txXfrm>
        <a:off x="3977063" y="1001164"/>
        <a:ext cx="1987924" cy="851048"/>
      </dsp:txXfrm>
    </dsp:sp>
    <dsp:sp modelId="{710482C8-3AD4-47FD-8CBA-A17974666D49}">
      <dsp:nvSpPr>
        <dsp:cNvPr id="0" name=""/>
        <dsp:cNvSpPr/>
      </dsp:nvSpPr>
      <dsp:spPr>
        <a:xfrm>
          <a:off x="5964988" y="1001164"/>
          <a:ext cx="1987924" cy="851048"/>
        </a:xfrm>
        <a:prstGeom prst="rect">
          <a:avLst/>
        </a:prstGeom>
        <a:solidFill>
          <a:schemeClr val="accent2">
            <a:tint val="40000"/>
            <a:alpha val="90000"/>
            <a:hueOff val="873014"/>
            <a:satOff val="-44503"/>
            <a:lumOff val="-4604"/>
            <a:alphaOff val="0"/>
          </a:schemeClr>
        </a:solidFill>
        <a:ln w="9525" cap="rnd" cmpd="sng" algn="ctr">
          <a:solidFill>
            <a:schemeClr val="accent2">
              <a:tint val="40000"/>
              <a:alpha val="90000"/>
              <a:hueOff val="873014"/>
              <a:satOff val="-44503"/>
              <a:lumOff val="-4604"/>
              <a:alphaOff val="0"/>
            </a:schemeClr>
          </a:solidFill>
          <a:prstDash val="solid"/>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IN" sz="1700" kern="1200" dirty="0"/>
            <a:t>Cost Management</a:t>
          </a:r>
          <a:endParaRPr lang="en-IN" sz="1700" b="0" kern="1200" dirty="0"/>
        </a:p>
      </dsp:txBody>
      <dsp:txXfrm>
        <a:off x="5964988" y="1001164"/>
        <a:ext cx="1987924" cy="851048"/>
      </dsp:txXfrm>
    </dsp:sp>
    <dsp:sp modelId="{BA2670BE-95AB-41FD-BC75-40EBD96DDC49}">
      <dsp:nvSpPr>
        <dsp:cNvPr id="0" name=""/>
        <dsp:cNvSpPr/>
      </dsp:nvSpPr>
      <dsp:spPr>
        <a:xfrm>
          <a:off x="7952913" y="1001164"/>
          <a:ext cx="1987924" cy="851048"/>
        </a:xfrm>
        <a:prstGeom prst="rect">
          <a:avLst/>
        </a:prstGeom>
        <a:solidFill>
          <a:schemeClr val="accent2">
            <a:tint val="40000"/>
            <a:alpha val="90000"/>
            <a:hueOff val="982140"/>
            <a:satOff val="-50066"/>
            <a:lumOff val="-5179"/>
            <a:alphaOff val="0"/>
          </a:schemeClr>
        </a:solidFill>
        <a:ln w="9525" cap="rnd" cmpd="sng" algn="ctr">
          <a:solidFill>
            <a:schemeClr val="accent2">
              <a:tint val="40000"/>
              <a:alpha val="90000"/>
              <a:hueOff val="982140"/>
              <a:satOff val="-50066"/>
              <a:lumOff val="-5179"/>
              <a:alphaOff val="0"/>
            </a:schemeClr>
          </a:solidFill>
          <a:prstDash val="solid"/>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IN" sz="1700" kern="1200" dirty="0"/>
            <a:t>Lack of Expertise</a:t>
          </a:r>
          <a:endParaRPr lang="en-IN" sz="1700" b="0" kern="1200" dirty="0"/>
        </a:p>
      </dsp:txBody>
      <dsp:txXfrm>
        <a:off x="7952913" y="1001164"/>
        <a:ext cx="1987924" cy="85104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5A817C-3160-4440-83B3-AED40ED79802}">
      <dsp:nvSpPr>
        <dsp:cNvPr id="0" name=""/>
        <dsp:cNvSpPr/>
      </dsp:nvSpPr>
      <dsp:spPr>
        <a:xfrm rot="16200000">
          <a:off x="-780947" y="784760"/>
          <a:ext cx="5238136" cy="3668614"/>
        </a:xfrm>
        <a:prstGeom prst="flowChartManualOperation">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0" rIns="179090" bIns="0" numCol="1" spcCol="1270" anchor="t" anchorCtr="0">
          <a:noAutofit/>
        </a:bodyPr>
        <a:lstStyle/>
        <a:p>
          <a:pPr marL="0" lvl="0" indent="0" algn="l" defTabSz="1244600">
            <a:lnSpc>
              <a:spcPct val="90000"/>
            </a:lnSpc>
            <a:spcBef>
              <a:spcPct val="0"/>
            </a:spcBef>
            <a:spcAft>
              <a:spcPct val="35000"/>
            </a:spcAft>
            <a:buNone/>
          </a:pPr>
          <a:r>
            <a:rPr lang="en-IN" sz="2800" kern="1200" dirty="0"/>
            <a:t>Project Conclusion</a:t>
          </a:r>
        </a:p>
        <a:p>
          <a:pPr marL="228600" lvl="1" indent="-228600" algn="l" defTabSz="977900">
            <a:lnSpc>
              <a:spcPct val="90000"/>
            </a:lnSpc>
            <a:spcBef>
              <a:spcPct val="0"/>
            </a:spcBef>
            <a:spcAft>
              <a:spcPct val="15000"/>
            </a:spcAft>
            <a:buNone/>
          </a:pPr>
          <a:r>
            <a:rPr lang="en-IN" sz="2200" kern="1200" dirty="0"/>
            <a:t>☁️ </a:t>
          </a:r>
          <a:r>
            <a:rPr lang="en-IN" sz="2200" b="1" kern="1200" dirty="0"/>
            <a:t>Successful Azure Adoption</a:t>
          </a:r>
          <a:endParaRPr lang="en-IN" sz="2200" kern="1200" dirty="0"/>
        </a:p>
        <a:p>
          <a:pPr marL="228600" lvl="1" indent="-228600" algn="l" defTabSz="977900">
            <a:lnSpc>
              <a:spcPct val="90000"/>
            </a:lnSpc>
            <a:spcBef>
              <a:spcPct val="0"/>
            </a:spcBef>
            <a:spcAft>
              <a:spcPct val="15000"/>
            </a:spcAft>
            <a:buNone/>
          </a:pPr>
          <a:r>
            <a:rPr lang="en-IN" sz="2200" kern="1200" dirty="0"/>
            <a:t>🔒Better security</a:t>
          </a:r>
        </a:p>
        <a:p>
          <a:pPr marL="228600" lvl="1" indent="-228600" algn="l" defTabSz="977900">
            <a:lnSpc>
              <a:spcPct val="90000"/>
            </a:lnSpc>
            <a:spcBef>
              <a:spcPct val="0"/>
            </a:spcBef>
            <a:spcAft>
              <a:spcPct val="15000"/>
            </a:spcAft>
            <a:buNone/>
          </a:pPr>
          <a:r>
            <a:rPr lang="en-IN" sz="2200" kern="1200" dirty="0"/>
            <a:t>💰Cost Optimization</a:t>
          </a:r>
        </a:p>
        <a:p>
          <a:pPr marL="228600" lvl="1" indent="-228600" algn="l" defTabSz="977900">
            <a:lnSpc>
              <a:spcPct val="90000"/>
            </a:lnSpc>
            <a:spcBef>
              <a:spcPct val="0"/>
            </a:spcBef>
            <a:spcAft>
              <a:spcPct val="15000"/>
            </a:spcAft>
            <a:buNone/>
          </a:pPr>
          <a:r>
            <a:rPr lang="en-IN" sz="2200" kern="1200" dirty="0"/>
            <a:t>📈Scalability </a:t>
          </a:r>
        </a:p>
        <a:p>
          <a:pPr marL="228600" lvl="1" indent="-228600" algn="l" defTabSz="977900">
            <a:lnSpc>
              <a:spcPct val="90000"/>
            </a:lnSpc>
            <a:spcBef>
              <a:spcPct val="0"/>
            </a:spcBef>
            <a:spcAft>
              <a:spcPct val="15000"/>
            </a:spcAft>
            <a:buNone/>
          </a:pPr>
          <a:r>
            <a:rPr lang="en-IN" sz="2200" kern="1200" dirty="0"/>
            <a:t>🔄Business Continuity</a:t>
          </a:r>
        </a:p>
      </dsp:txBody>
      <dsp:txXfrm rot="5400000">
        <a:off x="3814" y="1047626"/>
        <a:ext cx="3668614" cy="3142882"/>
      </dsp:txXfrm>
    </dsp:sp>
    <dsp:sp modelId="{09581E06-96D0-43B8-B10C-2D7B20C5AFF1}">
      <dsp:nvSpPr>
        <dsp:cNvPr id="0" name=""/>
        <dsp:cNvSpPr/>
      </dsp:nvSpPr>
      <dsp:spPr>
        <a:xfrm rot="16200000">
          <a:off x="3162813" y="784760"/>
          <a:ext cx="5238136" cy="3668614"/>
        </a:xfrm>
        <a:prstGeom prst="flowChartManualOperation">
          <a:avLst/>
        </a:prstGeom>
        <a:solidFill>
          <a:schemeClr val="accent2">
            <a:hueOff val="889586"/>
            <a:satOff val="-19883"/>
            <a:lumOff val="-18823"/>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0" rIns="179090" bIns="0" numCol="1" spcCol="1270" anchor="t" anchorCtr="0">
          <a:noAutofit/>
        </a:bodyPr>
        <a:lstStyle/>
        <a:p>
          <a:pPr marL="0" lvl="0" indent="0" algn="l" defTabSz="1244600">
            <a:lnSpc>
              <a:spcPct val="90000"/>
            </a:lnSpc>
            <a:spcBef>
              <a:spcPct val="0"/>
            </a:spcBef>
            <a:spcAft>
              <a:spcPct val="35000"/>
            </a:spcAft>
            <a:buNone/>
          </a:pPr>
          <a:r>
            <a:rPr lang="en-IN" sz="2800" kern="1200" dirty="0"/>
            <a:t>Future Enhancements</a:t>
          </a:r>
        </a:p>
        <a:p>
          <a:pPr marL="228600" lvl="1" indent="-228600" algn="l" defTabSz="977900">
            <a:lnSpc>
              <a:spcPct val="90000"/>
            </a:lnSpc>
            <a:spcBef>
              <a:spcPct val="0"/>
            </a:spcBef>
            <a:spcAft>
              <a:spcPct val="15000"/>
            </a:spcAft>
            <a:buNone/>
          </a:pPr>
          <a:r>
            <a:rPr lang="en-IN" sz="2200" kern="1200" dirty="0"/>
            <a:t>🤖 AI Integration</a:t>
          </a:r>
        </a:p>
        <a:p>
          <a:pPr marL="228600" lvl="1" indent="-228600" algn="l" defTabSz="977900">
            <a:lnSpc>
              <a:spcPct val="90000"/>
            </a:lnSpc>
            <a:spcBef>
              <a:spcPct val="0"/>
            </a:spcBef>
            <a:spcAft>
              <a:spcPct val="15000"/>
            </a:spcAft>
            <a:buNone/>
          </a:pPr>
          <a:r>
            <a:rPr lang="en-IN" sz="2200" kern="1200" dirty="0"/>
            <a:t>💰 Cloud Cost Optimization</a:t>
          </a:r>
        </a:p>
        <a:p>
          <a:pPr marL="228600" lvl="1" indent="-228600" algn="l" defTabSz="977900">
            <a:lnSpc>
              <a:spcPct val="90000"/>
            </a:lnSpc>
            <a:spcBef>
              <a:spcPct val="0"/>
            </a:spcBef>
            <a:spcAft>
              <a:spcPct val="15000"/>
            </a:spcAft>
            <a:buNone/>
          </a:pPr>
          <a:r>
            <a:rPr lang="en-IN" sz="2200" kern="1200"/>
            <a:t>☁️ Multi-Cloud</a:t>
          </a:r>
        </a:p>
        <a:p>
          <a:pPr marL="228600" lvl="1" indent="-228600" algn="l" defTabSz="977900">
            <a:lnSpc>
              <a:spcPct val="90000"/>
            </a:lnSpc>
            <a:spcBef>
              <a:spcPct val="0"/>
            </a:spcBef>
            <a:spcAft>
              <a:spcPct val="15000"/>
            </a:spcAft>
            <a:buNone/>
          </a:pPr>
          <a:r>
            <a:rPr lang="en-IN" sz="2200" kern="1200"/>
            <a:t>📊 Automation</a:t>
          </a:r>
        </a:p>
        <a:p>
          <a:pPr marL="228600" lvl="1" indent="-228600" algn="l" defTabSz="977900">
            <a:lnSpc>
              <a:spcPct val="90000"/>
            </a:lnSpc>
            <a:spcBef>
              <a:spcPct val="0"/>
            </a:spcBef>
            <a:spcAft>
              <a:spcPct val="15000"/>
            </a:spcAft>
            <a:buNone/>
          </a:pPr>
          <a:r>
            <a:rPr lang="en-IN" sz="2200" kern="1200"/>
            <a:t>🌐 IoT integration</a:t>
          </a:r>
        </a:p>
      </dsp:txBody>
      <dsp:txXfrm rot="5400000">
        <a:off x="3947574" y="1047626"/>
        <a:ext cx="3668614" cy="3142882"/>
      </dsp:txXfrm>
    </dsp:sp>
  </dsp:spTree>
</dsp:drawing>
</file>

<file path=ppt/diagrams/layout1.xml><?xml version="1.0" encoding="utf-8"?>
<dgm:layoutDef xmlns:dgm="http://schemas.openxmlformats.org/drawingml/2006/diagram" xmlns:a="http://schemas.openxmlformats.org/drawingml/2006/main" uniqueId="urn:microsoft.com/office/officeart/2024/layout/NumberedLinearArrowProcess#1">
  <dgm:title val=""/>
  <dgm:desc val=""/>
  <dgm:catLst>
    <dgm:cat type="process" pri="1700"/>
  </dgm:catLst>
  <dgm:sampData>
    <dgm:dataModel>
      <dgm:ptLst>
        <dgm:pt modelId="0" type="doc"/>
        <dgm:pt modelId="1">
          <dgm:prSet phldr="1"/>
        </dgm:pt>
        <dgm:pt modelId="2">
          <dgm:prSet phldr="1"/>
        </dgm:pt>
        <dgm:pt modelId="3">
          <dgm:prSet phldr="1"/>
        </dgm:pt>
        <dgm:pt modelId="101" type="sibTrans" cxnId="{48947B0C-57EA-4DD8-96B1-6A2F8D9289CC}">
          <dgm:prSet phldrT="1"/>
          <dgm:t>
            <a:bodyPr/>
            <a:lstStyle/>
            <a:p>
              <a:r>
                <a:t>1</a:t>
              </a:r>
            </a:p>
          </dgm:t>
        </dgm:pt>
        <dgm:pt modelId="201" type="sibTrans" cxnId="{F8AF98E0-2872-4F97-BB17-878BE14C5194}">
          <dgm:prSet phldrT="2"/>
          <dgm:t>
            <a:bodyPr/>
            <a:lstStyle/>
            <a:p>
              <a:r>
                <a:t>2</a:t>
              </a:r>
            </a:p>
          </dgm:t>
        </dgm:pt>
        <dgm:pt modelId="301" type="sibTrans" cxnId="{EAEE7C74-B3A2-4EB7-B2A4-860D4950F19E}">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Lst>
      <dgm:bg/>
      <dgm:whole/>
    </dgm:dataModel>
  </dgm:sampData>
  <dgm:style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43" srcId="4" destId="41" srcOrd="0" destOrd="0"/>
      </dgm:cxnLst>
      <dgm:bg/>
      <dgm:whole/>
    </dgm:dataModel>
  </dgm:clrData>
  <dgm:layoutNode name="linearFlow">
    <dgm:varLst>
      <dgm:dir/>
      <dgm:animLvl val="lvl"/>
      <dgm:resizeHandles val="exact"/>
    </dgm:varLst>
    <dgm:choose name="dirChoose">
      <dgm:if name="dirNorm" func="var" arg="dir" op="equ" val="norm">
        <dgm:alg type="lin">
          <dgm:param type="linDir" val="fromL"/>
          <dgm:param type="nodeVertAlign" val="t"/>
        </dgm:alg>
      </dgm:if>
      <dgm:else name="dirRev">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9"/>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1.7"/>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ctrX" for="ch" forName="nodeText" refType="w" fact="0.5"/>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ctrX" for="ch" forName="nodeText" refType="w" fact="0.5"/>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ifMoreThanOneNode">
                  <dgm:choose name="firstNodeDirChoose">
                    <dgm:if name="firstNodeDirNorm" func="var" arg="dir" op="equ" val="norm">
                      <dgm:constrLst>
                        <dgm:constr type="h"/>
                        <dgm:constr type="h" for="ch" forName="lineNode" val="0.002"/>
                        <dgm:constr type="w" for="ch" forName="lineNode" refType="w" fact="0.35"/>
                        <dgm:constr type="l" for="ch" forName="lineNode" refType="w" fact="0.55"/>
                        <dgm:constr type="w" for="ch" forName="lineArrowNode" refType="w" fact="0.046"/>
                        <dgm:constr type="h" for="ch" forName="lineArrowNode" refType="h" fact="0.18"/>
                        <dgm:constr type="l" for="ch" forName="lineArrowNode" refType="w" fact="0.87"/>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firstNodeDirRev">
                      <dgm:constrLst>
                        <dgm:constr type="h"/>
                        <dgm:constr type="h" for="ch" forName="lineNode" val="0.002"/>
                        <dgm:constr type="w" for="ch" forName="lineNode" refType="w" fact="0.35"/>
                        <dgm:constr type="l" for="ch" forName="lineNode" refType="w" fact="0.1"/>
                        <dgm:constr type="w" for="ch" forName="lineArrowNode" refType="w" fact="0.046"/>
                        <dgm:constr type="h" for="ch" forName="lineArrowNode" refType="h" fact="0.18"/>
                        <dgm:constr type="l" for="ch" forName="lineArrowNode" refType="w" fact="0.084"/>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else>
                  </dgm:choose>
                </dgm:else>
              </dgm:choose>
            </dgm:if>
            <dgm:if name="ifLastNode" axis="self" ptType="node" func="revPos" op="equ" val="1">
              <dgm:choose name="lastNodeDirChoose">
                <dgm:if name="lastNodeDirNorm" func="var" arg="dir" op="equ" val="norm">
                  <dgm:constrLst>
                    <dgm:constr type="h"/>
                    <dgm:constr type="h" for="ch" forName="lineNode" val="0.002"/>
                    <dgm:constr type="w" for="ch" forName="lineNode" refType="w" fact="0.5"/>
                    <dgm:constr type="w" for="ch" forName="lineArrowNode" refType="w" fact="0"/>
                    <dgm:constr type="h" for="ch" forName="lineArrowNode" refType="h" fact="0"/>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lastNodeDirRev">
                  <dgm:constrLst>
                    <dgm:constr type="h"/>
                    <dgm:constr type="h" for="ch" forName="lineNode" val="0.002"/>
                    <dgm:constr type="w" for="ch" forName="lineNode" refType="w" fact="0.5"/>
                    <dgm:constr type="l" for="ch" forName="lineNode" refType="w" fact="0.5"/>
                    <dgm:constr type="w" for="ch" forName="lineArrowNode" refType="w" fact="0"/>
                    <dgm:constr type="h" for="ch" forName="lineArrowNode" refType="h" fact="0"/>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else>
              </dgm:choose>
            </dgm:if>
            <dgm:else name="allOtherNodes">
              <dgm:choose name="middleNodeDirChoose">
                <dgm:if name="middleNodeDirNorm" func="var" arg="dir" op="equ" val="norm">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87"/>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middleNodeDirRev">
                  <dgm:constrLst>
                    <dgm:constr type="h"/>
                    <dgm:constr type="h" for="ch" forName="lineNode" val="0.002"/>
                    <dgm:constr type="w" for="ch" forName="lineNode" refType="w" fact="0.9"/>
                    <dgm:constr type="l" for="ch" forName="lineNode" refType="w" fact="0.1"/>
                    <dgm:constr type="w" for="ch" forName="lineArrowNode" refType="w" fact="0.046"/>
                    <dgm:constr type="h" for="ch" forName="lineArrowNode" refType="h" fact="0.18"/>
                    <dgm:constr type="l" for="ch" forName="lineArrowNode" refType="w" fact="0.084"/>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else>
              </dgm:choose>
            </dgm:else>
          </dgm:choose>
          <dgm:layoutNode name="lineNode" styleLbl="alignNode1">
            <dgm:alg type="sp"/>
            <dgm:shape xmlns:r="http://schemas.openxmlformats.org/officeDocument/2006/relationships" type="rect" r:blip="">
              <dgm:adjLst/>
            </dgm:shape>
            <dgm:presOf/>
            <dgm:constrLst/>
            <dgm:ruleLst/>
          </dgm:layoutNode>
          <dgm:layoutNode name="lineArrowNode" styleLbl="alignNode1">
            <dgm:alg type="sp"/>
            <dgm:choose name="arrowDirChoose">
              <dgm:if name="arrowNorm" func="var" arg="dir" op="equ" val="norm">
                <dgm:shape xmlns:r="http://schemas.openxmlformats.org/officeDocument/2006/relationships" type="chevron" r:blip="">
                  <dgm:adjLst>
                    <dgm:adj idx="1" val="0.9"/>
                  </dgm:adjLst>
                </dgm:shape>
              </dgm:if>
              <dgm:else name="arrowRev">
                <dgm:shape xmlns:r="http://schemas.openxmlformats.org/officeDocument/2006/relationships" rot="180" type="chevron" r:blip="">
                  <dgm:adjLst>
                    <dgm:adj idx="1" val="0.9"/>
                  </dgm:adjLst>
                </dgm:shape>
              </dgm:else>
            </dgm:choose>
            <dgm:presOf axis="self" ptType="node"/>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layoutNode name="verticalConnector" styleLbl="alignAccFollowNode1">
              <dgm:alg type="sp"/>
              <dgm:shape xmlns:r="http://schemas.openxmlformats.org/officeDocument/2006/relationships" type="rect" r:blip="">
                <dgm:adjLst/>
              </dgm:shape>
              <dgm:presOf/>
              <dgm:constrLst/>
              <dgm:ruleLst/>
            </dgm:layoutNode>
          </dgm:forEach>
          <dgm:presOf/>
          <dgm:ruleLst/>
        </dgm:layoutNode>
        <dgm:layoutNode name="nodeText" styleLbl="fgAcc1">
          <dgm:varLst>
            <dgm:bulletEnabled val="1"/>
          </dgm:varLst>
          <dgm:alg type="tx">
            <dgm:param type="parTxLTRAlign" val="ctr"/>
            <dgm:param type="parTxRTLAlign" val="r"/>
            <dgm:param type="txAnchorVert" val="t"/>
          </dgm:alg>
          <dgm:shape xmlns:r="http://schemas.openxmlformats.org/officeDocument/2006/relationships" type="roundRect" r:blip="">
            <dgm:adjLst>
              <dgm:adj idx="1" val="0.1"/>
            </dgm:adjLst>
          </dgm:shape>
          <dgm:presOf axis="desOrSelf" ptType="node"/>
          <dgm:constrLst>
            <dgm:constr type="secFontSz" val="16"/>
            <dgm:constr type="primFontSz" val="18"/>
            <dgm:constr type="h"/>
            <dgm:constr type="tMarg" val="13"/>
            <dgm:constr type="lMarg" refType="w" fact="0.05"/>
            <dgm:constr type="rMarg" refType="w" fact="0.05"/>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90109E-6D58-4812-AE57-B33E45C1A3FA}"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F8BE99-3601-44C8-9EBF-82FF2D2FBC98}" type="slidenum">
              <a:rPr lang="en-US" smtClean="0"/>
              <a:t>‹#›</a:t>
            </a:fld>
            <a:endParaRPr lang="en-US"/>
          </a:p>
        </p:txBody>
      </p:sp>
    </p:spTree>
    <p:extLst>
      <p:ext uri="{BB962C8B-B14F-4D97-AF65-F5344CB8AC3E}">
        <p14:creationId xmlns:p14="http://schemas.microsoft.com/office/powerpoint/2010/main" val="3001696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Microsoft 365 content library
Microsoft Azure provides high-performance Linux VMs for reliable hosting. Elasticsearch serves as a distributed NoSQL engine, enabling rapid log search. Kibana adds visual analytics and data storytelling capabilities. Python 3.x is used for scripting ingestion and simulating attacks. Linux (Ubuntu) optimizes service management as the main OS. REST API enables JSON-based communication between components.</a:t>
            </a:r>
          </a:p>
        </p:txBody>
      </p:sp>
      <p:sp>
        <p:nvSpPr>
          <p:cNvPr id="4" name="Slide Number Placeholder 3"/>
          <p:cNvSpPr>
            <a:spLocks noGrp="1"/>
          </p:cNvSpPr>
          <p:nvPr>
            <p:ph type="sldNum" sz="quarter" idx="5"/>
          </p:nvPr>
        </p:nvSpPr>
        <p:spPr/>
        <p:txBody>
          <a:bodyPr/>
          <a:lstStyle/>
          <a:p>
            <a:fld id="{7365CB20-8BB6-4E01-9013-BD5CDC9886EE}" type="slidenum">
              <a:rPr lang="en-US" smtClean="0"/>
              <a:t>7</a:t>
            </a:fld>
            <a:endParaRPr lang="en-US"/>
          </a:p>
        </p:txBody>
      </p:sp>
    </p:spTree>
    <p:extLst>
      <p:ext uri="{BB962C8B-B14F-4D97-AF65-F5344CB8AC3E}">
        <p14:creationId xmlns:p14="http://schemas.microsoft.com/office/powerpoint/2010/main" val="2827901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Image source: Microsoft 365 content library
The system leverages Microsoft Azure for high-performance Linux VMs, Elasticsearch for fast log searches, and Kibana for visual analytics. Python 3.x powers data ingestion and attack simulation, while Ubuntu hosts services. To overcome memory limitations, a 4GB swap file and JVM heap tuning for Elasticsearch were implemented, ensuring stable operation and uptime via systemd.</a:t>
            </a:r>
          </a:p>
        </p:txBody>
      </p:sp>
      <p:sp>
        <p:nvSpPr>
          <p:cNvPr id="4" name="Slide Number Placeholder 3"/>
          <p:cNvSpPr>
            <a:spLocks noGrp="1"/>
          </p:cNvSpPr>
          <p:nvPr>
            <p:ph type="sldNum" sz="quarter" idx="5"/>
          </p:nvPr>
        </p:nvSpPr>
        <p:spPr/>
        <p:txBody>
          <a:bodyPr/>
          <a:lstStyle/>
          <a:p>
            <a:fld id="{07F8BE99-3601-44C8-9EBF-82FF2D2FBC98}" type="slidenum">
              <a:rPr lang="en-US" smtClean="0"/>
              <a:t>8</a:t>
            </a:fld>
            <a:endParaRPr lang="en-US"/>
          </a:p>
        </p:txBody>
      </p:sp>
    </p:spTree>
    <p:extLst>
      <p:ext uri="{BB962C8B-B14F-4D97-AF65-F5344CB8AC3E}">
        <p14:creationId xmlns:p14="http://schemas.microsoft.com/office/powerpoint/2010/main" val="2315137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3604D-C2BD-8E53-70BB-7ABAF9488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D604AC-AD02-9BE1-27EC-51357B7807F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F9ADAAA-E1AF-4EAE-4764-C41F4828C661}"/>
              </a:ext>
            </a:extLst>
          </p:cNvPr>
          <p:cNvSpPr>
            <a:spLocks noGrp="1"/>
          </p:cNvSpPr>
          <p:nvPr>
            <p:ph type="body" idx="1"/>
          </p:nvPr>
        </p:nvSpPr>
        <p:spPr/>
        <p:txBody>
          <a:bodyPr/>
          <a:lstStyle/>
          <a:p>
            <a:r>
              <a:rPr lang="en-US"/>
              <a:t>Image source: Microsoft 365 content library
The system leverages Microsoft Azure for high-performance Linux VMs, Elasticsearch for fast log searches, and Kibana for visual analytics. Python 3.x powers data ingestion and attack simulation, while Ubuntu hosts services. To overcome memory limitations, a 4GB swap file and JVM heap tuning for Elasticsearch were implemented, ensuring stable operation and uptime via systemd.</a:t>
            </a:r>
          </a:p>
        </p:txBody>
      </p:sp>
      <p:sp>
        <p:nvSpPr>
          <p:cNvPr id="4" name="Slide Number Placeholder 3">
            <a:extLst>
              <a:ext uri="{FF2B5EF4-FFF2-40B4-BE49-F238E27FC236}">
                <a16:creationId xmlns:a16="http://schemas.microsoft.com/office/drawing/2014/main" id="{12759448-08DD-5878-0F4A-72654769E647}"/>
              </a:ext>
            </a:extLst>
          </p:cNvPr>
          <p:cNvSpPr>
            <a:spLocks noGrp="1"/>
          </p:cNvSpPr>
          <p:nvPr>
            <p:ph type="sldNum" sz="quarter" idx="5"/>
          </p:nvPr>
        </p:nvSpPr>
        <p:spPr/>
        <p:txBody>
          <a:bodyPr/>
          <a:lstStyle/>
          <a:p>
            <a:fld id="{07F8BE99-3601-44C8-9EBF-82FF2D2FBC98}" type="slidenum">
              <a:rPr lang="en-US" smtClean="0"/>
              <a:t>9</a:t>
            </a:fld>
            <a:endParaRPr lang="en-US"/>
          </a:p>
        </p:txBody>
      </p:sp>
    </p:spTree>
    <p:extLst>
      <p:ext uri="{BB962C8B-B14F-4D97-AF65-F5344CB8AC3E}">
        <p14:creationId xmlns:p14="http://schemas.microsoft.com/office/powerpoint/2010/main" val="543513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Image source: Microsoft 365 content library
Visual Intelligence delivers actionable insights: a pie chart highlights top attacker IPs, an area chart reveals spikes during brute-force attacks, and a data table presents forensic details like timestamp, user, and IP. Key results include end-to-end latency under 2 seconds and 100% detection accuracy for simulated threats.</a:t>
            </a:r>
          </a:p>
        </p:txBody>
      </p:sp>
      <p:sp>
        <p:nvSpPr>
          <p:cNvPr id="4" name="Slide Number Placeholder 3"/>
          <p:cNvSpPr>
            <a:spLocks noGrp="1"/>
          </p:cNvSpPr>
          <p:nvPr>
            <p:ph type="sldNum" sz="quarter" idx="5"/>
          </p:nvPr>
        </p:nvSpPr>
        <p:spPr/>
        <p:txBody>
          <a:bodyPr/>
          <a:lstStyle/>
          <a:p>
            <a:fld id="{07F8BE99-3601-44C8-9EBF-82FF2D2FBC98}" type="slidenum">
              <a:rPr lang="en-US" smtClean="0"/>
              <a:t>12</a:t>
            </a:fld>
            <a:endParaRPr lang="en-US"/>
          </a:p>
        </p:txBody>
      </p:sp>
    </p:spTree>
    <p:extLst>
      <p:ext uri="{BB962C8B-B14F-4D97-AF65-F5344CB8AC3E}">
        <p14:creationId xmlns:p14="http://schemas.microsoft.com/office/powerpoint/2010/main" val="3282495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518AE80-4A4D-4317-AAE9-C64A4ED9075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2607225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18AE80-4A4D-4317-AAE9-C64A4ED9075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1261065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18AE80-4A4D-4317-AAE9-C64A4ED9075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4030118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518AE80-4A4D-4317-AAE9-C64A4ED9075C}"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2428601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518AE80-4A4D-4317-AAE9-C64A4ED9075C}" type="datetimeFigureOut">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124372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518AE80-4A4D-4317-AAE9-C64A4ED9075C}" type="datetimeFigureOut">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2601239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18AE80-4A4D-4317-AAE9-C64A4ED9075C}" type="datetimeFigureOut">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2804771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18AE80-4A4D-4317-AAE9-C64A4ED9075C}"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1711851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18AE80-4A4D-4317-AAE9-C64A4ED9075C}"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443429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18AE80-4A4D-4317-AAE9-C64A4ED9075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1808017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18AE80-4A4D-4317-AAE9-C64A4ED9075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66774A5-C54E-4DFC-A1DB-7E258250FF10}"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36532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518AE80-4A4D-4317-AAE9-C64A4ED9075C}"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29437343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518AE80-4A4D-4317-AAE9-C64A4ED9075C}"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66774A5-C54E-4DFC-A1DB-7E258250FF10}"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7195687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518AE80-4A4D-4317-AAE9-C64A4ED9075C}"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14325644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18AE80-4A4D-4317-AAE9-C64A4ED9075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40164935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18AE80-4A4D-4317-AAE9-C64A4ED9075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6723723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cSld name="1_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518AE80-4A4D-4317-AAE9-C64A4ED9075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673869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2518AE80-4A4D-4317-AAE9-C64A4ED9075C}" type="datetimeFigureOut">
              <a:rPr lang="en-US" smtClean="0"/>
              <a:t>6/28/2026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66774A5-C54E-4DFC-A1DB-7E258250FF10}" type="slidenum">
              <a:rPr lang="en-US" smtClean="0"/>
              <a:t>‹#›</a:t>
            </a:fld>
            <a:endParaRPr lang="en-US"/>
          </a:p>
        </p:txBody>
      </p:sp>
    </p:spTree>
    <p:extLst>
      <p:ext uri="{BB962C8B-B14F-4D97-AF65-F5344CB8AC3E}">
        <p14:creationId xmlns:p14="http://schemas.microsoft.com/office/powerpoint/2010/main" val="2434216442"/>
      </p:ext>
    </p:extLst>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 id="2147483843" r:id="rId13"/>
    <p:sldLayoutId id="2147483844" r:id="rId14"/>
    <p:sldLayoutId id="2147483845" r:id="rId15"/>
    <p:sldLayoutId id="2147483846" r:id="rId16"/>
    <p:sldLayoutId id="2147483847" r:id="rId17"/>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png"/><Relationship Id="rId7" Type="http://schemas.openxmlformats.org/officeDocument/2006/relationships/diagramQuickStyle" Target="../diagrams/quickStyle1.xm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diagramLayout" Target="../diagrams/layout1.xml"/><Relationship Id="rId11" Type="http://schemas.openxmlformats.org/officeDocument/2006/relationships/image" Target="../media/image2.png"/><Relationship Id="rId5" Type="http://schemas.openxmlformats.org/officeDocument/2006/relationships/diagramData" Target="../diagrams/data1.xml"/><Relationship Id="rId10" Type="http://schemas.openxmlformats.org/officeDocument/2006/relationships/image" Target="../media/image1.jpeg"/><Relationship Id="rId4" Type="http://schemas.microsoft.com/office/2007/relationships/hdphoto" Target="../media/hdphoto1.wdp"/><Relationship Id="rId9" Type="http://schemas.microsoft.com/office/2007/relationships/diagramDrawing" Target="../diagrams/drawing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2.png"/><Relationship Id="rId5" Type="http://schemas.openxmlformats.org/officeDocument/2006/relationships/image" Target="../media/image1.jpe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image" Target="../media/image3.png"/><Relationship Id="rId7" Type="http://schemas.openxmlformats.org/officeDocument/2006/relationships/diagramData" Target="../diagrams/data2.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2.png"/><Relationship Id="rId11" Type="http://schemas.microsoft.com/office/2007/relationships/diagramDrawing" Target="../diagrams/drawing2.xml"/><Relationship Id="rId5" Type="http://schemas.openxmlformats.org/officeDocument/2006/relationships/image" Target="../media/image1.jpeg"/><Relationship Id="rId10" Type="http://schemas.openxmlformats.org/officeDocument/2006/relationships/diagramColors" Target="../diagrams/colors2.xml"/><Relationship Id="rId4" Type="http://schemas.microsoft.com/office/2007/relationships/hdphoto" Target="../media/hdphoto1.wdp"/><Relationship Id="rId9"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3.xml"/><Relationship Id="rId7" Type="http://schemas.openxmlformats.org/officeDocument/2006/relationships/image" Target="../media/image1.jpeg"/><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 Id="rId9"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AF976-D327-2429-E4AD-6E813EE1446F}"/>
              </a:ext>
            </a:extLst>
          </p:cNvPr>
          <p:cNvSpPr>
            <a:spLocks noGrp="1"/>
          </p:cNvSpPr>
          <p:nvPr>
            <p:ph type="ctrTitle"/>
          </p:nvPr>
        </p:nvSpPr>
        <p:spPr>
          <a:xfrm>
            <a:off x="2035997" y="1229039"/>
            <a:ext cx="10156003" cy="2505582"/>
          </a:xfrm>
        </p:spPr>
        <p:txBody>
          <a:bodyPr>
            <a:noAutofit/>
          </a:bodyPr>
          <a:lstStyle/>
          <a:p>
            <a:pPr algn="ctr"/>
            <a:r>
              <a:rPr lang="en-IN" sz="3200" dirty="0"/>
              <a:t>Implementation of Cloud Based Infrastructure in Business Operations:</a:t>
            </a:r>
            <a:br>
              <a:rPr lang="en-IN" sz="3200" dirty="0"/>
            </a:br>
            <a:r>
              <a:rPr lang="en-IN" sz="3200" dirty="0"/>
              <a:t> </a:t>
            </a:r>
            <a:br>
              <a:rPr lang="en-IN" sz="3200" dirty="0"/>
            </a:br>
            <a:r>
              <a:rPr lang="en-IN" sz="3200" dirty="0"/>
              <a:t>A Professional Study by an </a:t>
            </a:r>
            <a:br>
              <a:rPr lang="en-IN" sz="3200" dirty="0"/>
            </a:br>
            <a:r>
              <a:rPr lang="en-IN" sz="3200" dirty="0"/>
              <a:t>Information Technology Engineer</a:t>
            </a:r>
            <a:endParaRPr lang="en-US" sz="3200" dirty="0"/>
          </a:p>
        </p:txBody>
      </p:sp>
      <p:sp>
        <p:nvSpPr>
          <p:cNvPr id="3" name="Subtitle 2">
            <a:extLst>
              <a:ext uri="{FF2B5EF4-FFF2-40B4-BE49-F238E27FC236}">
                <a16:creationId xmlns:a16="http://schemas.microsoft.com/office/drawing/2014/main" id="{BF6D0D67-3652-4F57-2F18-6048A2F327C5}"/>
              </a:ext>
            </a:extLst>
          </p:cNvPr>
          <p:cNvSpPr>
            <a:spLocks noGrp="1"/>
          </p:cNvSpPr>
          <p:nvPr>
            <p:ph type="subTitle" idx="1"/>
          </p:nvPr>
        </p:nvSpPr>
        <p:spPr>
          <a:xfrm>
            <a:off x="5204355" y="3996266"/>
            <a:ext cx="6987645" cy="1388534"/>
          </a:xfrm>
        </p:spPr>
        <p:txBody>
          <a:bodyPr>
            <a:normAutofit/>
          </a:bodyPr>
          <a:lstStyle/>
          <a:p>
            <a:r>
              <a:rPr lang="en-IN" sz="2000" dirty="0"/>
              <a:t>A Case Study of Cloud Migration Using Microsoft Azure</a:t>
            </a:r>
          </a:p>
        </p:txBody>
      </p:sp>
      <p:cxnSp>
        <p:nvCxnSpPr>
          <p:cNvPr id="5" name="Straight Connector 4">
            <a:extLst>
              <a:ext uri="{FF2B5EF4-FFF2-40B4-BE49-F238E27FC236}">
                <a16:creationId xmlns:a16="http://schemas.microsoft.com/office/drawing/2014/main" id="{610940A7-372B-AC0B-3381-FD607FFAA0B0}"/>
              </a:ext>
            </a:extLst>
          </p:cNvPr>
          <p:cNvCxnSpPr/>
          <p:nvPr/>
        </p:nvCxnSpPr>
        <p:spPr>
          <a:xfrm>
            <a:off x="3274142" y="3996267"/>
            <a:ext cx="8917858"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1B538FE2-D5B0-426E-5E88-A3412A1A73D6}"/>
              </a:ext>
            </a:extLst>
          </p:cNvPr>
          <p:cNvGrpSpPr>
            <a:grpSpLocks/>
          </p:cNvGrpSpPr>
          <p:nvPr/>
        </p:nvGrpSpPr>
        <p:grpSpPr bwMode="auto">
          <a:xfrm>
            <a:off x="0" y="0"/>
            <a:ext cx="1573161" cy="639096"/>
            <a:chOff x="0" y="0"/>
            <a:chExt cx="43624" cy="17221"/>
          </a:xfrm>
        </p:grpSpPr>
        <p:pic>
          <p:nvPicPr>
            <p:cNvPr id="7" name="Image 2">
              <a:extLst>
                <a:ext uri="{FF2B5EF4-FFF2-40B4-BE49-F238E27FC236}">
                  <a16:creationId xmlns:a16="http://schemas.microsoft.com/office/drawing/2014/main" id="{F1490D33-6BDB-CC5A-4E45-B99780A895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3624" cy="9715"/>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3">
              <a:extLst>
                <a:ext uri="{FF2B5EF4-FFF2-40B4-BE49-F238E27FC236}">
                  <a16:creationId xmlns:a16="http://schemas.microsoft.com/office/drawing/2014/main" id="{AC8A1AF6-74F8-8A57-76C2-BA8276C432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25" y="9715"/>
              <a:ext cx="14167" cy="750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941761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98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3D249-43D8-35BC-A537-F11A0E621550}"/>
              </a:ext>
            </a:extLst>
          </p:cNvPr>
          <p:cNvSpPr>
            <a:spLocks noGrp="1"/>
          </p:cNvSpPr>
          <p:nvPr>
            <p:ph type="title"/>
          </p:nvPr>
        </p:nvSpPr>
        <p:spPr>
          <a:xfrm>
            <a:off x="4012591" y="360538"/>
            <a:ext cx="3342442" cy="693281"/>
          </a:xfrm>
        </p:spPr>
        <p:txBody>
          <a:bodyPr anchor="ctr">
            <a:normAutofit fontScale="90000"/>
          </a:bodyPr>
          <a:lstStyle/>
          <a:p>
            <a:r>
              <a:rPr lang="en-IN" sz="4000" dirty="0"/>
              <a:t>Introduction</a:t>
            </a:r>
            <a:endParaRPr lang="en-US" sz="4000"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7C474DBC-4422-9FEE-7029-2AD522DB241C}"/>
              </a:ext>
            </a:extLst>
          </p:cNvPr>
          <p:cNvSpPr>
            <a:spLocks noGrp="1"/>
          </p:cNvSpPr>
          <p:nvPr>
            <p:ph idx="1"/>
            <p:extLst>
              <p:ext uri="{E7BDC344-281C-4309-B0C6-D0EE65EED2A8}">
                <p202:designPr xmlns:p202="http://schemas.microsoft.com/office/powerpoint/2020/02/main">
                  <p202:designTagLst>
                    <p202:designTag name="ARCH:1:CLS" val="BulletedText"/>
                  </p202:designTagLst>
                </p202:designPr>
              </p:ext>
            </p:extLst>
          </p:nvPr>
        </p:nvSpPr>
        <p:spPr>
          <a:xfrm>
            <a:off x="2615702" y="1258528"/>
            <a:ext cx="7845819" cy="4778478"/>
          </a:xfrm>
        </p:spPr>
        <p:txBody>
          <a:bodyPr anchor="ctr">
            <a:normAutofit/>
          </a:bodyPr>
          <a:lstStyle/>
          <a:p>
            <a:pPr>
              <a:buFont typeface="Wingdings" panose="05000000000000000000" pitchFamily="2" charset="2"/>
              <a:buChar char="v"/>
            </a:pPr>
            <a:r>
              <a:rPr lang="en-IN" sz="2400" dirty="0"/>
              <a:t>Cloud computing delivers IT resources over the Internet</a:t>
            </a:r>
          </a:p>
          <a:p>
            <a:pPr>
              <a:buFont typeface="Wingdings" panose="05000000000000000000" pitchFamily="2" charset="2"/>
              <a:buChar char="v"/>
            </a:pPr>
            <a:r>
              <a:rPr lang="en-IN" sz="2400" dirty="0"/>
              <a:t>reduces dependency on physical infrastructure. </a:t>
            </a:r>
          </a:p>
          <a:p>
            <a:pPr>
              <a:buFont typeface="Wingdings" panose="05000000000000000000" pitchFamily="2" charset="2"/>
              <a:buChar char="v"/>
            </a:pPr>
            <a:r>
              <a:rPr lang="en-IN" sz="2400" dirty="0"/>
              <a:t>Businesses gain scalability, flexibility, and reliability.</a:t>
            </a:r>
          </a:p>
          <a:p>
            <a:pPr>
              <a:buFont typeface="Wingdings" panose="05000000000000000000" pitchFamily="2" charset="2"/>
              <a:buChar char="v"/>
            </a:pPr>
            <a:r>
              <a:rPr lang="en-IN" sz="2400" dirty="0"/>
              <a:t> Microsoft Azure provides secure cloud-based services. </a:t>
            </a:r>
          </a:p>
          <a:p>
            <a:pPr>
              <a:buFont typeface="Wingdings" panose="05000000000000000000" pitchFamily="2" charset="2"/>
              <a:buChar char="v"/>
            </a:pPr>
            <a:r>
              <a:rPr lang="en-IN" sz="2400" dirty="0"/>
              <a:t>This project studies cloud adoption for business operations.</a:t>
            </a:r>
            <a:endParaRPr lang="en-IN" sz="2000" dirty="0"/>
          </a:p>
        </p:txBody>
      </p:sp>
      <p:grpSp>
        <p:nvGrpSpPr>
          <p:cNvPr id="6" name="Group 5">
            <a:extLst>
              <a:ext uri="{FF2B5EF4-FFF2-40B4-BE49-F238E27FC236}">
                <a16:creationId xmlns:a16="http://schemas.microsoft.com/office/drawing/2014/main" id="{2EFDA46E-DA52-401F-056C-45E6D8AE3FDF}"/>
              </a:ext>
            </a:extLst>
          </p:cNvPr>
          <p:cNvGrpSpPr>
            <a:grpSpLocks/>
          </p:cNvGrpSpPr>
          <p:nvPr/>
        </p:nvGrpSpPr>
        <p:grpSpPr bwMode="auto">
          <a:xfrm>
            <a:off x="0" y="0"/>
            <a:ext cx="1573161" cy="639096"/>
            <a:chOff x="0" y="0"/>
            <a:chExt cx="43624" cy="17221"/>
          </a:xfrm>
        </p:grpSpPr>
        <p:pic>
          <p:nvPicPr>
            <p:cNvPr id="7" name="Image 2">
              <a:extLst>
                <a:ext uri="{FF2B5EF4-FFF2-40B4-BE49-F238E27FC236}">
                  <a16:creationId xmlns:a16="http://schemas.microsoft.com/office/drawing/2014/main" id="{3034636D-D01F-19FF-A7FA-2514B54281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3624" cy="9715"/>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3">
              <a:extLst>
                <a:ext uri="{FF2B5EF4-FFF2-40B4-BE49-F238E27FC236}">
                  <a16:creationId xmlns:a16="http://schemas.microsoft.com/office/drawing/2014/main" id="{49716B8B-48D2-A893-8C04-08C04D6E4D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25" y="9715"/>
              <a:ext cx="14167" cy="750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69032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98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05B86BC-0827-E2BE-D4C4-FD582DF91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F8AD26-0052-865C-EDA0-76BB3E43AE21}"/>
              </a:ext>
            </a:extLst>
          </p:cNvPr>
          <p:cNvSpPr>
            <a:spLocks noGrp="1"/>
          </p:cNvSpPr>
          <p:nvPr>
            <p:ph type="title"/>
          </p:nvPr>
        </p:nvSpPr>
        <p:spPr>
          <a:xfrm>
            <a:off x="994087" y="1130603"/>
            <a:ext cx="3342442" cy="4596794"/>
          </a:xfrm>
        </p:spPr>
        <p:txBody>
          <a:bodyPr anchor="ctr">
            <a:normAutofit/>
          </a:bodyPr>
          <a:lstStyle/>
          <a:p>
            <a:r>
              <a:rPr lang="en-US" sz="3200" dirty="0">
                <a:solidFill>
                  <a:schemeClr val="tx1">
                    <a:lumMod val="85000"/>
                    <a:lumOff val="15000"/>
                  </a:schemeClr>
                </a:solidFill>
              </a:rPr>
              <a:t>Problem Statement</a:t>
            </a:r>
          </a:p>
        </p:txBody>
      </p:sp>
      <p:sp>
        <p:nvSpPr>
          <p:cNvPr id="3" name="Content Placeholder 2">
            <a:extLst>
              <a:ext uri="{FF2B5EF4-FFF2-40B4-BE49-F238E27FC236}">
                <a16:creationId xmlns:a16="http://schemas.microsoft.com/office/drawing/2014/main" id="{8891CB31-855E-1C8A-AFBF-6630B7E33527}"/>
              </a:ext>
            </a:extLst>
          </p:cNvPr>
          <p:cNvSpPr>
            <a:spLocks noGrp="1"/>
          </p:cNvSpPr>
          <p:nvPr>
            <p:ph idx="1"/>
            <p:extLst>
              <p:ext uri="{E7BDC344-281C-4309-B0C6-D0EE65EED2A8}">
                <p202:designPr xmlns:p202="http://schemas.microsoft.com/office/powerpoint/2020/02/main">
                  <p202:designTagLst>
                    <p202:designTag name="ARCH:1:CLS" val="BulletedText"/>
                  </p202:designTagLst>
                </p202:designPr>
              </p:ext>
            </p:extLst>
          </p:nvPr>
        </p:nvSpPr>
        <p:spPr>
          <a:xfrm>
            <a:off x="5132693" y="450655"/>
            <a:ext cx="6528297" cy="5802661"/>
          </a:xfrm>
        </p:spPr>
        <p:txBody>
          <a:bodyPr anchor="ctr">
            <a:normAutofit fontScale="92500" lnSpcReduction="20000"/>
          </a:bodyPr>
          <a:lstStyle/>
          <a:p>
            <a:pPr>
              <a:buFont typeface="Wingdings" panose="05000000000000000000" pitchFamily="2" charset="2"/>
              <a:buChar char="v"/>
            </a:pPr>
            <a:r>
              <a:rPr lang="en-IN" sz="2200" b="1" dirty="0"/>
              <a:t>High Infrastructure Cost</a:t>
            </a:r>
          </a:p>
          <a:p>
            <a:pPr marL="457200" lvl="1" indent="0">
              <a:buNone/>
            </a:pPr>
            <a:r>
              <a:rPr lang="en-IN" sz="2200" dirty="0"/>
              <a:t>Significant investment is required for servers, networking equipment, and ongoing maintenance.</a:t>
            </a:r>
          </a:p>
          <a:p>
            <a:pPr>
              <a:buFont typeface="Wingdings" panose="05000000000000000000" pitchFamily="2" charset="2"/>
              <a:buChar char="v"/>
            </a:pPr>
            <a:r>
              <a:rPr lang="en-IN" sz="2400" b="1" dirty="0"/>
              <a:t>Limited Scalability</a:t>
            </a:r>
          </a:p>
          <a:p>
            <a:pPr marL="457200" lvl="1" indent="0">
              <a:buNone/>
            </a:pPr>
            <a:r>
              <a:rPr lang="en-IN" sz="2200" dirty="0"/>
              <a:t>Expanding IT resources requires purchasing and configuring additional hardware.</a:t>
            </a:r>
          </a:p>
          <a:p>
            <a:pPr>
              <a:buFont typeface="Wingdings" panose="05000000000000000000" pitchFamily="2" charset="2"/>
              <a:buChar char="v"/>
            </a:pPr>
            <a:r>
              <a:rPr lang="en-IN" sz="2400" b="1" dirty="0"/>
              <a:t>Complex Infrastructure Management</a:t>
            </a:r>
          </a:p>
          <a:p>
            <a:pPr marL="457200" lvl="1" indent="0">
              <a:buNone/>
            </a:pPr>
            <a:r>
              <a:rPr lang="en-IN" sz="2200" dirty="0"/>
              <a:t>Managing servers, storage, networking, and security separately increases administrative effort</a:t>
            </a:r>
          </a:p>
          <a:p>
            <a:pPr>
              <a:buFont typeface="Wingdings" panose="05000000000000000000" pitchFamily="2" charset="2"/>
              <a:buChar char="v"/>
            </a:pPr>
            <a:r>
              <a:rPr lang="en-IN" sz="2400" b="1" dirty="0"/>
              <a:t>Business Continuity Challenges</a:t>
            </a:r>
          </a:p>
          <a:p>
            <a:pPr marL="457200" lvl="1" indent="0">
              <a:buNone/>
            </a:pPr>
            <a:r>
              <a:rPr lang="en-IN" sz="2200" dirty="0"/>
              <a:t>Hardware failures and disasters can interrupt business operations and delay recovery.</a:t>
            </a:r>
          </a:p>
          <a:p>
            <a:pPr>
              <a:buFont typeface="Wingdings" panose="05000000000000000000" pitchFamily="2" charset="2"/>
              <a:buChar char="v"/>
            </a:pPr>
            <a:r>
              <a:rPr lang="en-IN" sz="2400" b="1" dirty="0"/>
              <a:t>Security &amp; Compliance</a:t>
            </a:r>
          </a:p>
          <a:p>
            <a:pPr marL="457200" lvl="1" indent="0">
              <a:buNone/>
            </a:pPr>
            <a:r>
              <a:rPr lang="en-IN" sz="2200" dirty="0"/>
              <a:t>Traditional infrastructure requires continuous monitoring to protect business data and meet compliance standards.</a:t>
            </a:r>
          </a:p>
        </p:txBody>
      </p:sp>
      <p:grpSp>
        <p:nvGrpSpPr>
          <p:cNvPr id="6" name="Group 5">
            <a:extLst>
              <a:ext uri="{FF2B5EF4-FFF2-40B4-BE49-F238E27FC236}">
                <a16:creationId xmlns:a16="http://schemas.microsoft.com/office/drawing/2014/main" id="{89E22F56-2DEF-683A-5F72-63B29E778E5C}"/>
              </a:ext>
            </a:extLst>
          </p:cNvPr>
          <p:cNvGrpSpPr>
            <a:grpSpLocks/>
          </p:cNvGrpSpPr>
          <p:nvPr/>
        </p:nvGrpSpPr>
        <p:grpSpPr bwMode="auto">
          <a:xfrm>
            <a:off x="0" y="0"/>
            <a:ext cx="1573161" cy="639096"/>
            <a:chOff x="0" y="0"/>
            <a:chExt cx="43624" cy="17221"/>
          </a:xfrm>
        </p:grpSpPr>
        <p:pic>
          <p:nvPicPr>
            <p:cNvPr id="7" name="Image 2">
              <a:extLst>
                <a:ext uri="{FF2B5EF4-FFF2-40B4-BE49-F238E27FC236}">
                  <a16:creationId xmlns:a16="http://schemas.microsoft.com/office/drawing/2014/main" id="{7E15D2D5-51B2-D2DE-3EC6-BAE508E6D0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3624" cy="9715"/>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3">
              <a:extLst>
                <a:ext uri="{FF2B5EF4-FFF2-40B4-BE49-F238E27FC236}">
                  <a16:creationId xmlns:a16="http://schemas.microsoft.com/office/drawing/2014/main" id="{3517C7A5-68AF-F593-E020-CADEFDF4AA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25" y="9715"/>
              <a:ext cx="14167" cy="750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437704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87659-630C-8F10-1CE0-6C1A4E62A672}"/>
              </a:ext>
            </a:extLst>
          </p:cNvPr>
          <p:cNvSpPr>
            <a:spLocks noGrp="1"/>
          </p:cNvSpPr>
          <p:nvPr>
            <p:ph type="title"/>
          </p:nvPr>
        </p:nvSpPr>
        <p:spPr>
          <a:xfrm>
            <a:off x="1086643" y="403122"/>
            <a:ext cx="10018713" cy="1752599"/>
          </a:xfrm>
        </p:spPr>
        <p:txBody>
          <a:bodyPr/>
          <a:lstStyle/>
          <a:p>
            <a:r>
              <a:rPr lang="en-US" b="1" dirty="0"/>
              <a:t>Project Objectives</a:t>
            </a:r>
            <a:br>
              <a:rPr lang="en-US" b="1" dirty="0"/>
            </a:br>
            <a:endParaRPr lang="en-US" dirty="0"/>
          </a:p>
        </p:txBody>
      </p:sp>
      <p:sp>
        <p:nvSpPr>
          <p:cNvPr id="3" name="Content Placeholder 2">
            <a:extLst>
              <a:ext uri="{FF2B5EF4-FFF2-40B4-BE49-F238E27FC236}">
                <a16:creationId xmlns:a16="http://schemas.microsoft.com/office/drawing/2014/main" id="{C4B41557-FEC4-80A5-4533-514499B6C473}"/>
              </a:ext>
            </a:extLst>
          </p:cNvPr>
          <p:cNvSpPr>
            <a:spLocks noGrp="1"/>
          </p:cNvSpPr>
          <p:nvPr>
            <p:ph idx="1"/>
          </p:nvPr>
        </p:nvSpPr>
        <p:spPr>
          <a:xfrm>
            <a:off x="1494142" y="1563329"/>
            <a:ext cx="10018713" cy="4670324"/>
          </a:xfrm>
        </p:spPr>
        <p:txBody>
          <a:bodyPr>
            <a:normAutofit/>
          </a:bodyPr>
          <a:lstStyle/>
          <a:p>
            <a:pPr>
              <a:buFont typeface="Wingdings" panose="05000000000000000000" pitchFamily="2" charset="2"/>
              <a:buChar char="v"/>
            </a:pPr>
            <a:r>
              <a:rPr lang="en-IN" sz="3200" dirty="0"/>
              <a:t>Study cloud-based infrastructure implementation.</a:t>
            </a:r>
          </a:p>
          <a:p>
            <a:pPr>
              <a:buFont typeface="Wingdings" panose="05000000000000000000" pitchFamily="2" charset="2"/>
              <a:buChar char="v"/>
            </a:pPr>
            <a:r>
              <a:rPr lang="en-IN" sz="3200" dirty="0" err="1"/>
              <a:t>Analyze</a:t>
            </a:r>
            <a:r>
              <a:rPr lang="en-IN" sz="3200" dirty="0"/>
              <a:t> traditional IT infrastructure.</a:t>
            </a:r>
          </a:p>
          <a:p>
            <a:pPr>
              <a:buFont typeface="Wingdings" panose="05000000000000000000" pitchFamily="2" charset="2"/>
              <a:buChar char="v"/>
            </a:pPr>
            <a:r>
              <a:rPr lang="en-IN" sz="3200" dirty="0"/>
              <a:t>Design a secure Microsoft Azure solution.</a:t>
            </a:r>
          </a:p>
          <a:p>
            <a:pPr>
              <a:buFont typeface="Wingdings" panose="05000000000000000000" pitchFamily="2" charset="2"/>
              <a:buChar char="v"/>
            </a:pPr>
            <a:r>
              <a:rPr lang="en-IN" sz="3200" dirty="0"/>
              <a:t>Improve scalability and availability.</a:t>
            </a:r>
          </a:p>
          <a:p>
            <a:pPr>
              <a:buFont typeface="Wingdings" panose="05000000000000000000" pitchFamily="2" charset="2"/>
              <a:buChar char="v"/>
            </a:pPr>
            <a:r>
              <a:rPr lang="en-IN" sz="3200" dirty="0"/>
              <a:t>Reduce infrastructure and maintenance costs.</a:t>
            </a:r>
          </a:p>
          <a:p>
            <a:pPr>
              <a:buFont typeface="Wingdings" panose="05000000000000000000" pitchFamily="2" charset="2"/>
              <a:buChar char="v"/>
            </a:pPr>
            <a:r>
              <a:rPr lang="en-IN" sz="3200" dirty="0"/>
              <a:t>Enhance business continuity and security.</a:t>
            </a:r>
          </a:p>
        </p:txBody>
      </p:sp>
      <p:grpSp>
        <p:nvGrpSpPr>
          <p:cNvPr id="5" name="Group 4">
            <a:extLst>
              <a:ext uri="{FF2B5EF4-FFF2-40B4-BE49-F238E27FC236}">
                <a16:creationId xmlns:a16="http://schemas.microsoft.com/office/drawing/2014/main" id="{84DD459F-8BFF-F915-5F62-C1CDD010EC97}"/>
              </a:ext>
            </a:extLst>
          </p:cNvPr>
          <p:cNvGrpSpPr>
            <a:grpSpLocks/>
          </p:cNvGrpSpPr>
          <p:nvPr/>
        </p:nvGrpSpPr>
        <p:grpSpPr bwMode="auto">
          <a:xfrm>
            <a:off x="0" y="0"/>
            <a:ext cx="1573161" cy="639096"/>
            <a:chOff x="0" y="0"/>
            <a:chExt cx="43624" cy="17221"/>
          </a:xfrm>
        </p:grpSpPr>
        <p:pic>
          <p:nvPicPr>
            <p:cNvPr id="6" name="Image 2">
              <a:extLst>
                <a:ext uri="{FF2B5EF4-FFF2-40B4-BE49-F238E27FC236}">
                  <a16:creationId xmlns:a16="http://schemas.microsoft.com/office/drawing/2014/main" id="{A7B8C31B-0FA4-7452-5649-FBFF0276A7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3624" cy="9715"/>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3">
              <a:extLst>
                <a:ext uri="{FF2B5EF4-FFF2-40B4-BE49-F238E27FC236}">
                  <a16:creationId xmlns:a16="http://schemas.microsoft.com/office/drawing/2014/main" id="{0E9ACC6F-D4DB-7B7F-18B3-6B561C76FD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25" y="9715"/>
              <a:ext cx="14167" cy="750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169115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E8A4A-22EE-AC1E-CB2F-89144BB5601D}"/>
              </a:ext>
            </a:extLst>
          </p:cNvPr>
          <p:cNvSpPr>
            <a:spLocks noGrp="1"/>
          </p:cNvSpPr>
          <p:nvPr>
            <p:ph type="title"/>
          </p:nvPr>
        </p:nvSpPr>
        <p:spPr>
          <a:xfrm>
            <a:off x="2290916" y="78658"/>
            <a:ext cx="6430298" cy="648929"/>
          </a:xfrm>
        </p:spPr>
        <p:txBody>
          <a:bodyPr anchor="ctr">
            <a:normAutofit/>
          </a:bodyPr>
          <a:lstStyle/>
          <a:p>
            <a:r>
              <a:rPr lang="en-IN" b="1" dirty="0"/>
              <a:t>Existing vs Proposed System</a:t>
            </a:r>
            <a:endParaRPr lang="en-US" sz="3200" b="1" dirty="0">
              <a:solidFill>
                <a:srgbClr val="EBEBEB"/>
              </a:solidFill>
            </a:endParaRPr>
          </a:p>
        </p:txBody>
      </p:sp>
      <p:grpSp>
        <p:nvGrpSpPr>
          <p:cNvPr id="4" name="Group 3">
            <a:extLst>
              <a:ext uri="{FF2B5EF4-FFF2-40B4-BE49-F238E27FC236}">
                <a16:creationId xmlns:a16="http://schemas.microsoft.com/office/drawing/2014/main" id="{0D179048-7887-EDFE-8A63-954D95BBC768}"/>
              </a:ext>
            </a:extLst>
          </p:cNvPr>
          <p:cNvGrpSpPr>
            <a:grpSpLocks/>
          </p:cNvGrpSpPr>
          <p:nvPr/>
        </p:nvGrpSpPr>
        <p:grpSpPr bwMode="auto">
          <a:xfrm>
            <a:off x="0" y="0"/>
            <a:ext cx="1573161" cy="639096"/>
            <a:chOff x="0" y="0"/>
            <a:chExt cx="43624" cy="17221"/>
          </a:xfrm>
        </p:grpSpPr>
        <p:pic>
          <p:nvPicPr>
            <p:cNvPr id="5" name="Image 2">
              <a:extLst>
                <a:ext uri="{FF2B5EF4-FFF2-40B4-BE49-F238E27FC236}">
                  <a16:creationId xmlns:a16="http://schemas.microsoft.com/office/drawing/2014/main" id="{BC9F1EBE-41E0-B24C-77F2-139CA140B5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3624" cy="9715"/>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 3">
              <a:extLst>
                <a:ext uri="{FF2B5EF4-FFF2-40B4-BE49-F238E27FC236}">
                  <a16:creationId xmlns:a16="http://schemas.microsoft.com/office/drawing/2014/main" id="{3A0AE2D0-ABA8-2A7F-CD42-B25D207A51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25" y="9715"/>
              <a:ext cx="14167" cy="7506"/>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TextBox 6">
            <a:extLst>
              <a:ext uri="{FF2B5EF4-FFF2-40B4-BE49-F238E27FC236}">
                <a16:creationId xmlns:a16="http://schemas.microsoft.com/office/drawing/2014/main" id="{91057971-E918-22AF-9DFE-CF2053BC8E77}"/>
              </a:ext>
            </a:extLst>
          </p:cNvPr>
          <p:cNvSpPr txBox="1"/>
          <p:nvPr/>
        </p:nvSpPr>
        <p:spPr>
          <a:xfrm>
            <a:off x="3431458" y="360537"/>
            <a:ext cx="4336026" cy="1350275"/>
          </a:xfrm>
          <a:prstGeom prst="rect">
            <a:avLst/>
          </a:prstGeom>
          <a:noFill/>
        </p:spPr>
        <p:txBody>
          <a:bodyPr wrap="square" rtlCol="0">
            <a:spAutoFit/>
          </a:bodyPr>
          <a:lstStyle/>
          <a:p>
            <a:endParaRPr lang="en-IN" dirty="0"/>
          </a:p>
        </p:txBody>
      </p:sp>
      <p:graphicFrame>
        <p:nvGraphicFramePr>
          <p:cNvPr id="10" name="Content Placeholder 9">
            <a:extLst>
              <a:ext uri="{FF2B5EF4-FFF2-40B4-BE49-F238E27FC236}">
                <a16:creationId xmlns:a16="http://schemas.microsoft.com/office/drawing/2014/main" id="{B3CC9C60-842A-0A04-DFA8-04E96D193397}"/>
              </a:ext>
            </a:extLst>
          </p:cNvPr>
          <p:cNvGraphicFramePr>
            <a:graphicFrameLocks noGrp="1"/>
          </p:cNvGraphicFramePr>
          <p:nvPr>
            <p:ph idx="1"/>
            <p:extLst>
              <p:ext uri="{D42A27DB-BD31-4B8C-83A1-F6EECF244321}">
                <p14:modId xmlns:p14="http://schemas.microsoft.com/office/powerpoint/2010/main" val="710210210"/>
              </p:ext>
            </p:extLst>
          </p:nvPr>
        </p:nvGraphicFramePr>
        <p:xfrm>
          <a:off x="2408903" y="1127453"/>
          <a:ext cx="7374194" cy="5220922"/>
        </p:xfrm>
        <a:graphic>
          <a:graphicData uri="http://schemas.openxmlformats.org/drawingml/2006/table">
            <a:tbl>
              <a:tblPr firstRow="1" bandRow="1">
                <a:tableStyleId>{21E4AEA4-8DFA-4A89-87EB-49C32662AFE0}</a:tableStyleId>
              </a:tblPr>
              <a:tblGrid>
                <a:gridCol w="3687097">
                  <a:extLst>
                    <a:ext uri="{9D8B030D-6E8A-4147-A177-3AD203B41FA5}">
                      <a16:colId xmlns:a16="http://schemas.microsoft.com/office/drawing/2014/main" val="1384052588"/>
                    </a:ext>
                  </a:extLst>
                </a:gridCol>
                <a:gridCol w="3687097">
                  <a:extLst>
                    <a:ext uri="{9D8B030D-6E8A-4147-A177-3AD203B41FA5}">
                      <a16:colId xmlns:a16="http://schemas.microsoft.com/office/drawing/2014/main" val="560136093"/>
                    </a:ext>
                  </a:extLst>
                </a:gridCol>
              </a:tblGrid>
              <a:tr h="745846">
                <a:tc>
                  <a:txBody>
                    <a:bodyPr/>
                    <a:lstStyle/>
                    <a:p>
                      <a:pPr>
                        <a:buNone/>
                      </a:pPr>
                      <a:r>
                        <a:rPr lang="en-IN" dirty="0"/>
                        <a:t>Existing System</a:t>
                      </a:r>
                    </a:p>
                  </a:txBody>
                  <a:tcPr anchor="ctr"/>
                </a:tc>
                <a:tc>
                  <a:txBody>
                    <a:bodyPr/>
                    <a:lstStyle/>
                    <a:p>
                      <a:pPr>
                        <a:buNone/>
                      </a:pPr>
                      <a:r>
                        <a:rPr lang="en-IN"/>
                        <a:t>Proposed Cloud System</a:t>
                      </a:r>
                    </a:p>
                  </a:txBody>
                  <a:tcPr anchor="ctr"/>
                </a:tc>
                <a:extLst>
                  <a:ext uri="{0D108BD9-81ED-4DB2-BD59-A6C34878D82A}">
                    <a16:rowId xmlns:a16="http://schemas.microsoft.com/office/drawing/2014/main" val="2109773468"/>
                  </a:ext>
                </a:extLst>
              </a:tr>
              <a:tr h="745846">
                <a:tc>
                  <a:txBody>
                    <a:bodyPr/>
                    <a:lstStyle/>
                    <a:p>
                      <a:pPr>
                        <a:buNone/>
                      </a:pPr>
                      <a:r>
                        <a:rPr lang="en-IN"/>
                        <a:t>Physical Servers</a:t>
                      </a:r>
                    </a:p>
                  </a:txBody>
                  <a:tcPr anchor="ctr"/>
                </a:tc>
                <a:tc>
                  <a:txBody>
                    <a:bodyPr/>
                    <a:lstStyle/>
                    <a:p>
                      <a:pPr>
                        <a:buNone/>
                      </a:pPr>
                      <a:r>
                        <a:rPr lang="en-IN"/>
                        <a:t>Azure Virtual Machines</a:t>
                      </a:r>
                    </a:p>
                  </a:txBody>
                  <a:tcPr anchor="ctr"/>
                </a:tc>
                <a:extLst>
                  <a:ext uri="{0D108BD9-81ED-4DB2-BD59-A6C34878D82A}">
                    <a16:rowId xmlns:a16="http://schemas.microsoft.com/office/drawing/2014/main" val="3505816449"/>
                  </a:ext>
                </a:extLst>
              </a:tr>
              <a:tr h="745846">
                <a:tc>
                  <a:txBody>
                    <a:bodyPr/>
                    <a:lstStyle/>
                    <a:p>
                      <a:pPr>
                        <a:buNone/>
                      </a:pPr>
                      <a:r>
                        <a:rPr lang="en-IN"/>
                        <a:t>Local Storage</a:t>
                      </a:r>
                    </a:p>
                  </a:txBody>
                  <a:tcPr anchor="ctr"/>
                </a:tc>
                <a:tc>
                  <a:txBody>
                    <a:bodyPr/>
                    <a:lstStyle/>
                    <a:p>
                      <a:pPr>
                        <a:buNone/>
                      </a:pPr>
                      <a:r>
                        <a:rPr lang="en-IN"/>
                        <a:t>Azure Storage</a:t>
                      </a:r>
                    </a:p>
                  </a:txBody>
                  <a:tcPr anchor="ctr"/>
                </a:tc>
                <a:extLst>
                  <a:ext uri="{0D108BD9-81ED-4DB2-BD59-A6C34878D82A}">
                    <a16:rowId xmlns:a16="http://schemas.microsoft.com/office/drawing/2014/main" val="3344371816"/>
                  </a:ext>
                </a:extLst>
              </a:tr>
              <a:tr h="745846">
                <a:tc>
                  <a:txBody>
                    <a:bodyPr/>
                    <a:lstStyle/>
                    <a:p>
                      <a:pPr>
                        <a:buNone/>
                      </a:pPr>
                      <a:r>
                        <a:rPr lang="en-IN"/>
                        <a:t>Manual Backup</a:t>
                      </a:r>
                    </a:p>
                  </a:txBody>
                  <a:tcPr anchor="ctr"/>
                </a:tc>
                <a:tc>
                  <a:txBody>
                    <a:bodyPr/>
                    <a:lstStyle/>
                    <a:p>
                      <a:pPr>
                        <a:buNone/>
                      </a:pPr>
                      <a:r>
                        <a:rPr lang="en-IN"/>
                        <a:t>Azure Backup</a:t>
                      </a:r>
                    </a:p>
                  </a:txBody>
                  <a:tcPr anchor="ctr"/>
                </a:tc>
                <a:extLst>
                  <a:ext uri="{0D108BD9-81ED-4DB2-BD59-A6C34878D82A}">
                    <a16:rowId xmlns:a16="http://schemas.microsoft.com/office/drawing/2014/main" val="1964497920"/>
                  </a:ext>
                </a:extLst>
              </a:tr>
              <a:tr h="745846">
                <a:tc>
                  <a:txBody>
                    <a:bodyPr/>
                    <a:lstStyle/>
                    <a:p>
                      <a:pPr>
                        <a:buNone/>
                      </a:pPr>
                      <a:r>
                        <a:rPr lang="en-IN"/>
                        <a:t>Fixed Infrastructure</a:t>
                      </a:r>
                    </a:p>
                  </a:txBody>
                  <a:tcPr anchor="ctr"/>
                </a:tc>
                <a:tc>
                  <a:txBody>
                    <a:bodyPr/>
                    <a:lstStyle/>
                    <a:p>
                      <a:pPr>
                        <a:buNone/>
                      </a:pPr>
                      <a:r>
                        <a:rPr lang="en-IN"/>
                        <a:t>Scalable Cloud Resources</a:t>
                      </a:r>
                    </a:p>
                  </a:txBody>
                  <a:tcPr anchor="ctr"/>
                </a:tc>
                <a:extLst>
                  <a:ext uri="{0D108BD9-81ED-4DB2-BD59-A6C34878D82A}">
                    <a16:rowId xmlns:a16="http://schemas.microsoft.com/office/drawing/2014/main" val="2795975217"/>
                  </a:ext>
                </a:extLst>
              </a:tr>
              <a:tr h="745846">
                <a:tc>
                  <a:txBody>
                    <a:bodyPr/>
                    <a:lstStyle/>
                    <a:p>
                      <a:pPr>
                        <a:buNone/>
                      </a:pPr>
                      <a:r>
                        <a:rPr lang="en-IN"/>
                        <a:t>High Maintenance</a:t>
                      </a:r>
                    </a:p>
                  </a:txBody>
                  <a:tcPr anchor="ctr"/>
                </a:tc>
                <a:tc>
                  <a:txBody>
                    <a:bodyPr/>
                    <a:lstStyle/>
                    <a:p>
                      <a:pPr>
                        <a:buNone/>
                      </a:pPr>
                      <a:r>
                        <a:rPr lang="en-IN"/>
                        <a:t>Centralized Management</a:t>
                      </a:r>
                    </a:p>
                  </a:txBody>
                  <a:tcPr anchor="ctr"/>
                </a:tc>
                <a:extLst>
                  <a:ext uri="{0D108BD9-81ED-4DB2-BD59-A6C34878D82A}">
                    <a16:rowId xmlns:a16="http://schemas.microsoft.com/office/drawing/2014/main" val="1651934450"/>
                  </a:ext>
                </a:extLst>
              </a:tr>
              <a:tr h="745846">
                <a:tc>
                  <a:txBody>
                    <a:bodyPr/>
                    <a:lstStyle/>
                    <a:p>
                      <a:pPr>
                        <a:buNone/>
                      </a:pPr>
                      <a:r>
                        <a:rPr lang="en-IN" dirty="0"/>
                        <a:t>Limited Access</a:t>
                      </a:r>
                    </a:p>
                  </a:txBody>
                  <a:tcPr anchor="ctr"/>
                </a:tc>
                <a:tc>
                  <a:txBody>
                    <a:bodyPr/>
                    <a:lstStyle/>
                    <a:p>
                      <a:pPr>
                        <a:buNone/>
                      </a:pPr>
                      <a:r>
                        <a:rPr lang="en-IN" dirty="0"/>
                        <a:t>Anywhere Internet Access</a:t>
                      </a:r>
                    </a:p>
                  </a:txBody>
                  <a:tcPr anchor="ctr"/>
                </a:tc>
                <a:extLst>
                  <a:ext uri="{0D108BD9-81ED-4DB2-BD59-A6C34878D82A}">
                    <a16:rowId xmlns:a16="http://schemas.microsoft.com/office/drawing/2014/main" val="3852624840"/>
                  </a:ext>
                </a:extLst>
              </a:tr>
            </a:tbl>
          </a:graphicData>
        </a:graphic>
      </p:graphicFrame>
    </p:spTree>
    <p:extLst>
      <p:ext uri="{BB962C8B-B14F-4D97-AF65-F5344CB8AC3E}">
        <p14:creationId xmlns:p14="http://schemas.microsoft.com/office/powerpoint/2010/main" val="3316498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3C8BBA-E28A-B0D2-5B57-692F6E5E1E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A6DF92-D6A3-B853-2E67-2AD779E258C9}"/>
              </a:ext>
            </a:extLst>
          </p:cNvPr>
          <p:cNvSpPr>
            <a:spLocks noGrp="1"/>
          </p:cNvSpPr>
          <p:nvPr>
            <p:ph type="title"/>
          </p:nvPr>
        </p:nvSpPr>
        <p:spPr>
          <a:xfrm>
            <a:off x="994087" y="1130603"/>
            <a:ext cx="3342442" cy="4596794"/>
          </a:xfrm>
        </p:spPr>
        <p:txBody>
          <a:bodyPr anchor="ctr">
            <a:normAutofit/>
          </a:bodyPr>
          <a:lstStyle/>
          <a:p>
            <a:r>
              <a:rPr lang="en-IN" sz="3600" dirty="0"/>
              <a:t>Microsoft Azure Services Used</a:t>
            </a:r>
            <a:br>
              <a:rPr lang="en-US" b="1" dirty="0"/>
            </a:br>
            <a:endParaRPr lang="en-US" sz="3200" dirty="0">
              <a:solidFill>
                <a:srgbClr val="EBEBEB"/>
              </a:solidFill>
            </a:endParaRPr>
          </a:p>
        </p:txBody>
      </p:sp>
      <p:sp>
        <p:nvSpPr>
          <p:cNvPr id="3" name="Content Placeholder 2">
            <a:extLst>
              <a:ext uri="{FF2B5EF4-FFF2-40B4-BE49-F238E27FC236}">
                <a16:creationId xmlns:a16="http://schemas.microsoft.com/office/drawing/2014/main" id="{D5877E0B-B98B-053A-CA54-0412A61A842B}"/>
              </a:ext>
            </a:extLst>
          </p:cNvPr>
          <p:cNvSpPr>
            <a:spLocks noGrp="1"/>
          </p:cNvSpPr>
          <p:nvPr>
            <p:ph idx="1"/>
            <p:extLst>
              <p:ext uri="{E7BDC344-281C-4309-B0C6-D0EE65EED2A8}">
                <p202:designPr xmlns:p202="http://schemas.microsoft.com/office/powerpoint/2020/02/main">
                  <p202:designTagLst>
                    <p202:designTag name="ARCH:1:CLS" val="LargePlainText"/>
                  </p202:designTagLst>
                </p202:designPr>
              </p:ext>
            </p:extLst>
          </p:nvPr>
        </p:nvSpPr>
        <p:spPr>
          <a:xfrm>
            <a:off x="5104166" y="439921"/>
            <a:ext cx="5502614" cy="6418079"/>
          </a:xfrm>
        </p:spPr>
        <p:txBody>
          <a:bodyPr anchor="ctr">
            <a:normAutofit fontScale="92500" lnSpcReduction="10000"/>
          </a:bodyPr>
          <a:lstStyle/>
          <a:p>
            <a:pPr>
              <a:buFont typeface="Wingdings" panose="05000000000000000000" pitchFamily="2" charset="2"/>
              <a:buChar char="v"/>
            </a:pPr>
            <a:r>
              <a:rPr lang="en-IN" b="1" dirty="0"/>
              <a:t>Azure Virtual Network</a:t>
            </a:r>
          </a:p>
          <a:p>
            <a:pPr lvl="1">
              <a:buFont typeface="Wingdings" panose="05000000000000000000" pitchFamily="2" charset="2"/>
              <a:buChar char="v"/>
            </a:pPr>
            <a:r>
              <a:rPr lang="en-IN" dirty="0"/>
              <a:t>Provides secure communication between cloud resources.</a:t>
            </a:r>
          </a:p>
          <a:p>
            <a:pPr>
              <a:buFont typeface="Wingdings" panose="05000000000000000000" pitchFamily="2" charset="2"/>
              <a:buChar char="v"/>
            </a:pPr>
            <a:r>
              <a:rPr lang="en-IN" b="1" dirty="0"/>
              <a:t>Azure Virtual Network</a:t>
            </a:r>
          </a:p>
          <a:p>
            <a:pPr lvl="1">
              <a:buFont typeface="Wingdings" panose="05000000000000000000" pitchFamily="2" charset="2"/>
              <a:buChar char="v"/>
            </a:pPr>
            <a:r>
              <a:rPr lang="en-IN" dirty="0"/>
              <a:t>Provides secure communication between cloud resources.</a:t>
            </a:r>
          </a:p>
          <a:p>
            <a:pPr>
              <a:buFont typeface="Wingdings" panose="05000000000000000000" pitchFamily="2" charset="2"/>
              <a:buChar char="v"/>
            </a:pPr>
            <a:endParaRPr lang="en-IN" dirty="0"/>
          </a:p>
          <a:p>
            <a:pPr>
              <a:buFont typeface="Wingdings" panose="05000000000000000000" pitchFamily="2" charset="2"/>
              <a:buChar char="v"/>
            </a:pPr>
            <a:r>
              <a:rPr lang="en-IN" b="1" dirty="0"/>
              <a:t>Azure SQL Database</a:t>
            </a:r>
          </a:p>
          <a:p>
            <a:pPr lvl="1">
              <a:buFont typeface="Wingdings" panose="05000000000000000000" pitchFamily="2" charset="2"/>
              <a:buChar char="v"/>
            </a:pPr>
            <a:r>
              <a:rPr lang="en-IN" dirty="0"/>
              <a:t>Stores and manages structured business data.</a:t>
            </a:r>
          </a:p>
          <a:p>
            <a:pPr>
              <a:buFont typeface="Wingdings" panose="05000000000000000000" pitchFamily="2" charset="2"/>
              <a:buChar char="v"/>
            </a:pPr>
            <a:r>
              <a:rPr lang="en-IN" b="1" dirty="0"/>
              <a:t>Azure Storage</a:t>
            </a:r>
          </a:p>
          <a:p>
            <a:pPr lvl="1">
              <a:buFont typeface="Wingdings" panose="05000000000000000000" pitchFamily="2" charset="2"/>
              <a:buChar char="v"/>
            </a:pPr>
            <a:r>
              <a:rPr lang="en-IN" dirty="0"/>
              <a:t>Maintains files, backups, and business documents.</a:t>
            </a:r>
          </a:p>
          <a:p>
            <a:pPr>
              <a:buFont typeface="Wingdings" panose="05000000000000000000" pitchFamily="2" charset="2"/>
              <a:buChar char="v"/>
            </a:pPr>
            <a:r>
              <a:rPr lang="en-IN" b="1" dirty="0"/>
              <a:t>Azure Backup</a:t>
            </a:r>
          </a:p>
          <a:p>
            <a:pPr lvl="1">
              <a:buFont typeface="Wingdings" panose="05000000000000000000" pitchFamily="2" charset="2"/>
              <a:buChar char="v"/>
            </a:pPr>
            <a:r>
              <a:rPr lang="en-IN" dirty="0"/>
              <a:t>Protects data through automated backup and recovery.</a:t>
            </a:r>
          </a:p>
          <a:p>
            <a:pPr>
              <a:buFont typeface="Wingdings" panose="05000000000000000000" pitchFamily="2" charset="2"/>
              <a:buChar char="v"/>
            </a:pPr>
            <a:r>
              <a:rPr lang="en-IN" b="1" dirty="0"/>
              <a:t>Azure Monitor</a:t>
            </a:r>
          </a:p>
          <a:p>
            <a:pPr lvl="1">
              <a:buFont typeface="Wingdings" panose="05000000000000000000" pitchFamily="2" charset="2"/>
              <a:buChar char="v"/>
            </a:pPr>
            <a:r>
              <a:rPr lang="en-IN" dirty="0"/>
              <a:t>Tracks infrastructure performance and health.</a:t>
            </a:r>
          </a:p>
          <a:p>
            <a:pPr>
              <a:buFont typeface="Wingdings" panose="05000000000000000000" pitchFamily="2" charset="2"/>
              <a:buChar char="v"/>
            </a:pPr>
            <a:r>
              <a:rPr lang="en-IN" b="1" dirty="0"/>
              <a:t>Microsoft Defender for Cloud</a:t>
            </a:r>
          </a:p>
          <a:p>
            <a:pPr lvl="1">
              <a:buFont typeface="Wingdings" panose="05000000000000000000" pitchFamily="2" charset="2"/>
              <a:buChar char="v"/>
            </a:pPr>
            <a:r>
              <a:rPr lang="en-IN" dirty="0"/>
              <a:t>Strengthens cloud security through continuous protection.</a:t>
            </a:r>
          </a:p>
          <a:p>
            <a:pPr>
              <a:buFont typeface="Wingdings" panose="05000000000000000000" pitchFamily="2" charset="2"/>
              <a:buChar char="v"/>
            </a:pPr>
            <a:endParaRPr lang="en-IN" dirty="0"/>
          </a:p>
        </p:txBody>
      </p:sp>
      <p:grpSp>
        <p:nvGrpSpPr>
          <p:cNvPr id="4" name="Group 3">
            <a:extLst>
              <a:ext uri="{FF2B5EF4-FFF2-40B4-BE49-F238E27FC236}">
                <a16:creationId xmlns:a16="http://schemas.microsoft.com/office/drawing/2014/main" id="{786C343E-320A-1FED-7582-19FFF9E40B08}"/>
              </a:ext>
            </a:extLst>
          </p:cNvPr>
          <p:cNvGrpSpPr>
            <a:grpSpLocks/>
          </p:cNvGrpSpPr>
          <p:nvPr/>
        </p:nvGrpSpPr>
        <p:grpSpPr bwMode="auto">
          <a:xfrm>
            <a:off x="0" y="0"/>
            <a:ext cx="1573161" cy="639096"/>
            <a:chOff x="0" y="0"/>
            <a:chExt cx="43624" cy="17221"/>
          </a:xfrm>
        </p:grpSpPr>
        <p:pic>
          <p:nvPicPr>
            <p:cNvPr id="5" name="Image 2">
              <a:extLst>
                <a:ext uri="{FF2B5EF4-FFF2-40B4-BE49-F238E27FC236}">
                  <a16:creationId xmlns:a16="http://schemas.microsoft.com/office/drawing/2014/main" id="{087213F2-814A-AEA7-AE63-1027858B6C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3624" cy="9715"/>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 3">
              <a:extLst>
                <a:ext uri="{FF2B5EF4-FFF2-40B4-BE49-F238E27FC236}">
                  <a16:creationId xmlns:a16="http://schemas.microsoft.com/office/drawing/2014/main" id="{B50FF460-C686-BFC6-6493-C592A5E1A1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25" y="9715"/>
              <a:ext cx="14167" cy="750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766638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98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22138-1C13-D3D1-9380-CA7C0BB2A086}"/>
              </a:ext>
            </a:extLst>
          </p:cNvPr>
          <p:cNvSpPr>
            <a:spLocks noGrp="1"/>
          </p:cNvSpPr>
          <p:nvPr>
            <p:ph type="title"/>
          </p:nvPr>
        </p:nvSpPr>
        <p:spPr/>
        <p:txBody>
          <a:bodyPr vert="horz" lIns="91440" tIns="45720" rIns="91440" bIns="45720" rtlCol="0" anchor="ctr">
            <a:normAutofit/>
          </a:bodyPr>
          <a:lstStyle/>
          <a:p>
            <a:r>
              <a:rPr lang="en-IN" dirty="0">
                <a:solidFill>
                  <a:schemeClr val="bg1">
                    <a:lumMod val="85000"/>
                    <a:lumOff val="15000"/>
                  </a:schemeClr>
                </a:solidFill>
              </a:rPr>
              <a:t>Cloud Migration Strategy</a:t>
            </a:r>
            <a:endParaRPr lang="en-US" dirty="0">
              <a:solidFill>
                <a:schemeClr val="bg1">
                  <a:lumMod val="85000"/>
                  <a:lumOff val="15000"/>
                </a:schemeClr>
              </a:solidFill>
            </a:endParaRPr>
          </a:p>
        </p:txBody>
      </p:sp>
      <p:pic>
        <p:nvPicPr>
          <p:cNvPr id="5" name="Content Placeholder 4">
            <a:extLst>
              <a:ext uri="{FF2B5EF4-FFF2-40B4-BE49-F238E27FC236}">
                <a16:creationId xmlns:a16="http://schemas.microsoft.com/office/drawing/2014/main" id="{BB220457-8F55-4C05-9AC7-C3A2AD21E6D5}"/>
              </a:ext>
            </a:extLst>
          </p:cNvPr>
          <p:cNvPicPr>
            <a:picLocks noGrp="1" noChangeAspect="1"/>
          </p:cNvPicPr>
          <p:nvPr>
            <p:ph sz="half" idx="1"/>
          </p:nvPr>
        </p:nvPicPr>
        <p:blipFill>
          <a:blip r:embed="rId3">
            <a:duotone>
              <a:schemeClr val="bg2">
                <a:shade val="45000"/>
                <a:satMod val="135000"/>
              </a:schemeClr>
              <a:prstClr val="white"/>
            </a:duotone>
            <a:alphaModFix amt="5000"/>
            <a:extLst>
              <a:ext uri="{BEBA8EAE-BF5A-486C-A8C5-ECC9F3942E4B}">
                <a14:imgProps xmlns:a14="http://schemas.microsoft.com/office/drawing/2010/main">
                  <a14:imgLayer r:embed="rId4">
                    <a14:imgEffect>
                      <a14:brightnessContrast contrast="3000"/>
                    </a14:imgEffect>
                  </a14:imgLayer>
                </a14:imgProps>
              </a:ext>
              <a:ext uri="{28A0092B-C50C-407E-A947-70E740481C1C}">
                <a14:useLocalDpi xmlns:a14="http://schemas.microsoft.com/office/drawing/2010/main" val="0"/>
              </a:ext>
            </a:extLst>
          </a:blip>
          <a:srcRect l="17214" r="17214"/>
          <a:stretch/>
        </p:blipFill>
        <p:spPr>
          <a:xfrm>
            <a:off x="609959" y="1218095"/>
            <a:ext cx="10972082" cy="5459636"/>
          </a:xfrm>
          <a:prstGeom prst="rect">
            <a:avLst/>
          </a:prstGeom>
        </p:spPr>
      </p:pic>
      <p:graphicFrame>
        <p:nvGraphicFramePr>
          <p:cNvPr id="15" name="Content Placeholder 14">
            <a:extLst>
              <a:ext uri="{FF2B5EF4-FFF2-40B4-BE49-F238E27FC236}">
                <a16:creationId xmlns:a16="http://schemas.microsoft.com/office/drawing/2014/main" id="{7D5EC349-6609-1A5C-F489-170C61ED7F24}"/>
              </a:ext>
            </a:extLst>
          </p:cNvPr>
          <p:cNvGraphicFramePr>
            <a:graphicFrameLocks noGrp="1"/>
          </p:cNvGraphicFramePr>
          <p:nvPr>
            <p:ph sz="half" idx="2"/>
            <p:extLst>
              <p:ext uri="{D42A27DB-BD31-4B8C-83A1-F6EECF244321}">
                <p14:modId xmlns:p14="http://schemas.microsoft.com/office/powerpoint/2010/main" val="4192595335"/>
              </p:ext>
            </p:extLst>
          </p:nvPr>
        </p:nvGraphicFramePr>
        <p:xfrm>
          <a:off x="1389075" y="180269"/>
          <a:ext cx="9610493" cy="674001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pSp>
        <p:nvGrpSpPr>
          <p:cNvPr id="16" name="Group 15">
            <a:extLst>
              <a:ext uri="{FF2B5EF4-FFF2-40B4-BE49-F238E27FC236}">
                <a16:creationId xmlns:a16="http://schemas.microsoft.com/office/drawing/2014/main" id="{E0DBE812-F2B7-306D-0A1A-AECD856F4B05}"/>
              </a:ext>
            </a:extLst>
          </p:cNvPr>
          <p:cNvGrpSpPr>
            <a:grpSpLocks/>
          </p:cNvGrpSpPr>
          <p:nvPr/>
        </p:nvGrpSpPr>
        <p:grpSpPr bwMode="auto">
          <a:xfrm>
            <a:off x="0" y="0"/>
            <a:ext cx="1573161" cy="639096"/>
            <a:chOff x="0" y="0"/>
            <a:chExt cx="43624" cy="17221"/>
          </a:xfrm>
        </p:grpSpPr>
        <p:pic>
          <p:nvPicPr>
            <p:cNvPr id="17" name="Image 2">
              <a:extLst>
                <a:ext uri="{FF2B5EF4-FFF2-40B4-BE49-F238E27FC236}">
                  <a16:creationId xmlns:a16="http://schemas.microsoft.com/office/drawing/2014/main" id="{348ADF1F-7ED7-E6E5-F8CA-BAA2070CC0E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43624" cy="9715"/>
            </a:xfrm>
            <a:prstGeom prst="rect">
              <a:avLst/>
            </a:prstGeom>
            <a:noFill/>
            <a:extLst>
              <a:ext uri="{909E8E84-426E-40DD-AFC4-6F175D3DCCD1}">
                <a14:hiddenFill xmlns:a14="http://schemas.microsoft.com/office/drawing/2010/main">
                  <a:solidFill>
                    <a:srgbClr val="FFFFFF"/>
                  </a:solidFill>
                </a14:hiddenFill>
              </a:ext>
            </a:extLst>
          </p:spPr>
        </p:pic>
        <p:pic>
          <p:nvPicPr>
            <p:cNvPr id="18" name="Image 3">
              <a:extLst>
                <a:ext uri="{FF2B5EF4-FFF2-40B4-BE49-F238E27FC236}">
                  <a16:creationId xmlns:a16="http://schemas.microsoft.com/office/drawing/2014/main" id="{6B4462C8-1DD5-8B2D-7A0F-E99D13683F1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725" y="9715"/>
              <a:ext cx="14167" cy="750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697079118"/>
      </p:ext>
    </p:extLst>
  </p:cSld>
  <p:clrMapOvr>
    <a:overrideClrMapping bg1="dk1" tx1="lt1" bg2="dk2" tx2="lt2" accent1="accent1" accent2="accent2" accent3="accent3" accent4="accent4" accent5="accent5" accent6="accent6" hlink="hlink" folHlink="folHlink"/>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98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45186-6E97-6348-D93A-DD9297C17C10}"/>
              </a:ext>
            </a:extLst>
          </p:cNvPr>
          <p:cNvSpPr>
            <a:spLocks noGrp="1"/>
          </p:cNvSpPr>
          <p:nvPr>
            <p:ph type="title"/>
          </p:nvPr>
        </p:nvSpPr>
        <p:spPr>
          <a:xfrm>
            <a:off x="1425317" y="0"/>
            <a:ext cx="10018713" cy="1752599"/>
          </a:xfrm>
        </p:spPr>
        <p:txBody>
          <a:bodyPr vert="horz" lIns="91440" tIns="45720" rIns="91440" bIns="45720" rtlCol="0" anchor="ctr">
            <a:normAutofit/>
          </a:bodyPr>
          <a:lstStyle/>
          <a:p>
            <a:r>
              <a:rPr lang="en-IN" dirty="0">
                <a:solidFill>
                  <a:schemeClr val="bg1">
                    <a:lumMod val="85000"/>
                    <a:lumOff val="15000"/>
                  </a:schemeClr>
                </a:solidFill>
              </a:rPr>
              <a:t>Implementation Process</a:t>
            </a:r>
            <a:endParaRPr lang="en-US" dirty="0">
              <a:solidFill>
                <a:schemeClr val="bg1">
                  <a:lumMod val="85000"/>
                  <a:lumOff val="15000"/>
                </a:schemeClr>
              </a:solidFill>
            </a:endParaRPr>
          </a:p>
        </p:txBody>
      </p:sp>
      <p:sp>
        <p:nvSpPr>
          <p:cNvPr id="4" name="Content Placeholder 3">
            <a:extLst>
              <a:ext uri="{FF2B5EF4-FFF2-40B4-BE49-F238E27FC236}">
                <a16:creationId xmlns:a16="http://schemas.microsoft.com/office/drawing/2014/main" id="{63C99556-7F6E-1883-A957-561D97B17C73}"/>
              </a:ext>
            </a:extLst>
          </p:cNvPr>
          <p:cNvSpPr>
            <a:spLocks noGrp="1"/>
          </p:cNvSpPr>
          <p:nvPr>
            <p:ph sz="half"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425317" y="1364340"/>
            <a:ext cx="9658015" cy="4949977"/>
          </a:xfrm>
        </p:spPr>
        <p:txBody>
          <a:bodyPr>
            <a:normAutofit/>
          </a:bodyPr>
          <a:lstStyle/>
          <a:p>
            <a:r>
              <a:rPr lang="en-IN" sz="2400" b="1" dirty="0">
                <a:solidFill>
                  <a:schemeClr val="bg1">
                    <a:lumMod val="85000"/>
                    <a:lumOff val="15000"/>
                  </a:schemeClr>
                </a:solidFill>
              </a:rPr>
              <a:t>Azure Resource Provisioning</a:t>
            </a:r>
          </a:p>
          <a:p>
            <a:pPr marL="457200" lvl="1" indent="0">
              <a:buNone/>
            </a:pPr>
            <a:r>
              <a:rPr lang="en-IN" sz="2000" dirty="0">
                <a:solidFill>
                  <a:schemeClr val="bg1">
                    <a:lumMod val="85000"/>
                    <a:lumOff val="15000"/>
                  </a:schemeClr>
                </a:solidFill>
              </a:rPr>
              <a:t>Created Resource Group, Virtual Machine, and Virtual Network</a:t>
            </a:r>
          </a:p>
          <a:p>
            <a:r>
              <a:rPr lang="en-IN" sz="2400" b="1" dirty="0">
                <a:solidFill>
                  <a:schemeClr val="bg1">
                    <a:lumMod val="85000"/>
                    <a:lumOff val="15000"/>
                  </a:schemeClr>
                </a:solidFill>
              </a:rPr>
              <a:t>Storage &amp; Database</a:t>
            </a:r>
          </a:p>
          <a:p>
            <a:pPr marL="457200" lvl="1" indent="0">
              <a:buNone/>
            </a:pPr>
            <a:r>
              <a:rPr lang="en-IN" sz="2000" dirty="0">
                <a:solidFill>
                  <a:schemeClr val="bg1">
                    <a:lumMod val="85000"/>
                    <a:lumOff val="15000"/>
                  </a:schemeClr>
                </a:solidFill>
              </a:rPr>
              <a:t>Configured Azure Storage and Azure SQL Database.</a:t>
            </a:r>
          </a:p>
          <a:p>
            <a:r>
              <a:rPr lang="en-IN" sz="2400" b="1" dirty="0">
                <a:solidFill>
                  <a:schemeClr val="bg1">
                    <a:lumMod val="85000"/>
                    <a:lumOff val="15000"/>
                  </a:schemeClr>
                </a:solidFill>
              </a:rPr>
              <a:t>Security Configuration</a:t>
            </a:r>
          </a:p>
          <a:p>
            <a:pPr marL="457200" lvl="1" indent="0">
              <a:buNone/>
            </a:pPr>
            <a:r>
              <a:rPr lang="en-IN" sz="2000" dirty="0">
                <a:solidFill>
                  <a:schemeClr val="bg1">
                    <a:lumMod val="85000"/>
                    <a:lumOff val="15000"/>
                  </a:schemeClr>
                </a:solidFill>
              </a:rPr>
              <a:t>Applied Network Security Groups and Microsoft Defender for Cloud.</a:t>
            </a:r>
            <a:br>
              <a:rPr lang="en-IN" sz="2400" dirty="0">
                <a:solidFill>
                  <a:schemeClr val="bg1">
                    <a:lumMod val="85000"/>
                    <a:lumOff val="15000"/>
                  </a:schemeClr>
                </a:solidFill>
              </a:rPr>
            </a:br>
            <a:endParaRPr lang="en-IN" sz="2400" dirty="0">
              <a:solidFill>
                <a:schemeClr val="bg1">
                  <a:lumMod val="85000"/>
                  <a:lumOff val="15000"/>
                </a:schemeClr>
              </a:solidFill>
            </a:endParaRPr>
          </a:p>
          <a:p>
            <a:r>
              <a:rPr lang="en-IN" sz="2400" b="1" dirty="0">
                <a:solidFill>
                  <a:schemeClr val="bg1">
                    <a:lumMod val="85000"/>
                    <a:lumOff val="15000"/>
                  </a:schemeClr>
                </a:solidFill>
              </a:rPr>
              <a:t>Monitoring</a:t>
            </a:r>
          </a:p>
          <a:p>
            <a:pPr marL="457200" lvl="1" indent="0">
              <a:buNone/>
            </a:pPr>
            <a:r>
              <a:rPr lang="en-IN" sz="2000" dirty="0">
                <a:solidFill>
                  <a:schemeClr val="bg1">
                    <a:lumMod val="85000"/>
                    <a:lumOff val="15000"/>
                  </a:schemeClr>
                </a:solidFill>
              </a:rPr>
              <a:t>Configured Azure Monitor and Backup for continuous monitoring and recovery.</a:t>
            </a:r>
          </a:p>
          <a:p>
            <a:pPr marL="0" indent="0">
              <a:buNone/>
            </a:pPr>
            <a:endParaRPr lang="en-IN" sz="2000" dirty="0">
              <a:solidFill>
                <a:schemeClr val="bg1">
                  <a:lumMod val="85000"/>
                  <a:lumOff val="15000"/>
                </a:schemeClr>
              </a:solidFill>
            </a:endParaRPr>
          </a:p>
        </p:txBody>
      </p:sp>
      <p:pic>
        <p:nvPicPr>
          <p:cNvPr id="3" name="Content Placeholder 4">
            <a:extLst>
              <a:ext uri="{FF2B5EF4-FFF2-40B4-BE49-F238E27FC236}">
                <a16:creationId xmlns:a16="http://schemas.microsoft.com/office/drawing/2014/main" id="{79462DE1-CB46-EC78-3D77-8B8BA2296237}"/>
              </a:ext>
            </a:extLst>
          </p:cNvPr>
          <p:cNvPicPr>
            <a:picLocks noChangeAspect="1"/>
          </p:cNvPicPr>
          <p:nvPr/>
        </p:nvPicPr>
        <p:blipFill>
          <a:blip r:embed="rId3">
            <a:duotone>
              <a:schemeClr val="bg2">
                <a:shade val="45000"/>
                <a:satMod val="135000"/>
              </a:schemeClr>
              <a:prstClr val="white"/>
            </a:duotone>
            <a:alphaModFix amt="5000"/>
            <a:extLst>
              <a:ext uri="{BEBA8EAE-BF5A-486C-A8C5-ECC9F3942E4B}">
                <a14:imgProps xmlns:a14="http://schemas.microsoft.com/office/drawing/2010/main">
                  <a14:imgLayer r:embed="rId4">
                    <a14:imgEffect>
                      <a14:brightnessContrast contrast="3000"/>
                    </a14:imgEffect>
                  </a14:imgLayer>
                </a14:imgProps>
              </a:ext>
              <a:ext uri="{28A0092B-C50C-407E-A947-70E740481C1C}">
                <a14:useLocalDpi xmlns:a14="http://schemas.microsoft.com/office/drawing/2010/main" val="0"/>
              </a:ext>
            </a:extLst>
          </a:blip>
          <a:srcRect l="17214" r="17214"/>
          <a:stretch/>
        </p:blipFill>
        <p:spPr>
          <a:xfrm>
            <a:off x="1568064" y="5395115"/>
            <a:ext cx="10972082" cy="5459636"/>
          </a:xfrm>
          <a:prstGeom prst="rect">
            <a:avLst/>
          </a:prstGeom>
        </p:spPr>
      </p:pic>
      <p:grpSp>
        <p:nvGrpSpPr>
          <p:cNvPr id="20" name="Group 19">
            <a:extLst>
              <a:ext uri="{FF2B5EF4-FFF2-40B4-BE49-F238E27FC236}">
                <a16:creationId xmlns:a16="http://schemas.microsoft.com/office/drawing/2014/main" id="{8D521F61-CB2C-68DE-847D-B7B9E0DBDF9E}"/>
              </a:ext>
            </a:extLst>
          </p:cNvPr>
          <p:cNvGrpSpPr>
            <a:grpSpLocks/>
          </p:cNvGrpSpPr>
          <p:nvPr/>
        </p:nvGrpSpPr>
        <p:grpSpPr bwMode="auto">
          <a:xfrm>
            <a:off x="0" y="0"/>
            <a:ext cx="1573161" cy="639096"/>
            <a:chOff x="0" y="0"/>
            <a:chExt cx="43624" cy="17221"/>
          </a:xfrm>
        </p:grpSpPr>
        <p:pic>
          <p:nvPicPr>
            <p:cNvPr id="21" name="Image 2">
              <a:extLst>
                <a:ext uri="{FF2B5EF4-FFF2-40B4-BE49-F238E27FC236}">
                  <a16:creationId xmlns:a16="http://schemas.microsoft.com/office/drawing/2014/main" id="{A5E48FAA-0E8D-748A-7724-2B0671B17D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43624" cy="9715"/>
            </a:xfrm>
            <a:prstGeom prst="rect">
              <a:avLst/>
            </a:prstGeom>
            <a:noFill/>
            <a:extLst>
              <a:ext uri="{909E8E84-426E-40DD-AFC4-6F175D3DCCD1}">
                <a14:hiddenFill xmlns:a14="http://schemas.microsoft.com/office/drawing/2010/main">
                  <a:solidFill>
                    <a:srgbClr val="FFFFFF"/>
                  </a:solidFill>
                </a14:hiddenFill>
              </a:ext>
            </a:extLst>
          </p:spPr>
        </p:pic>
        <p:pic>
          <p:nvPicPr>
            <p:cNvPr id="22" name="Image 3">
              <a:extLst>
                <a:ext uri="{FF2B5EF4-FFF2-40B4-BE49-F238E27FC236}">
                  <a16:creationId xmlns:a16="http://schemas.microsoft.com/office/drawing/2014/main" id="{05311300-4670-2AF7-BB46-5B80936BA2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25" y="9715"/>
              <a:ext cx="14167" cy="750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08113241"/>
      </p:ext>
    </p:extLst>
  </p:cSld>
  <p:clrMapOvr>
    <a:overrideClrMapping bg1="dk1" tx1="lt1" bg2="dk2" tx2="lt2" accent1="accent1" accent2="accent2" accent3="accent3" accent4="accent4" accent5="accent5" accent6="accent6" hlink="hlink" folHlink="folHlink"/>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98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BBE6631A-50FE-B770-EDAA-1CF5A12C2E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D0F076-0DE2-53FB-5FB7-397C690C29C5}"/>
              </a:ext>
            </a:extLst>
          </p:cNvPr>
          <p:cNvSpPr>
            <a:spLocks noGrp="1"/>
          </p:cNvSpPr>
          <p:nvPr>
            <p:ph type="title"/>
          </p:nvPr>
        </p:nvSpPr>
        <p:spPr>
          <a:xfrm>
            <a:off x="1425317" y="0"/>
            <a:ext cx="10018713" cy="1752599"/>
          </a:xfrm>
        </p:spPr>
        <p:txBody>
          <a:bodyPr vert="horz" lIns="91440" tIns="45720" rIns="91440" bIns="45720" rtlCol="0" anchor="ctr">
            <a:normAutofit/>
          </a:bodyPr>
          <a:lstStyle/>
          <a:p>
            <a:r>
              <a:rPr lang="en-IN" dirty="0"/>
              <a:t>Testing and Results</a:t>
            </a:r>
            <a:endParaRPr lang="en-US" dirty="0">
              <a:solidFill>
                <a:schemeClr val="bg1">
                  <a:lumMod val="85000"/>
                  <a:lumOff val="15000"/>
                </a:schemeClr>
              </a:solidFill>
            </a:endParaRPr>
          </a:p>
        </p:txBody>
      </p:sp>
      <p:pic>
        <p:nvPicPr>
          <p:cNvPr id="3" name="Content Placeholder 4">
            <a:extLst>
              <a:ext uri="{FF2B5EF4-FFF2-40B4-BE49-F238E27FC236}">
                <a16:creationId xmlns:a16="http://schemas.microsoft.com/office/drawing/2014/main" id="{F25BA19B-E4AB-175D-71C6-F8A1527D4F03}"/>
              </a:ext>
            </a:extLst>
          </p:cNvPr>
          <p:cNvPicPr>
            <a:picLocks noChangeAspect="1"/>
          </p:cNvPicPr>
          <p:nvPr/>
        </p:nvPicPr>
        <p:blipFill>
          <a:blip r:embed="rId3">
            <a:duotone>
              <a:schemeClr val="bg2">
                <a:shade val="45000"/>
                <a:satMod val="135000"/>
              </a:schemeClr>
              <a:prstClr val="white"/>
            </a:duotone>
            <a:alphaModFix amt="5000"/>
            <a:extLst>
              <a:ext uri="{BEBA8EAE-BF5A-486C-A8C5-ECC9F3942E4B}">
                <a14:imgProps xmlns:a14="http://schemas.microsoft.com/office/drawing/2010/main">
                  <a14:imgLayer r:embed="rId4">
                    <a14:imgEffect>
                      <a14:brightnessContrast contrast="3000"/>
                    </a14:imgEffect>
                  </a14:imgLayer>
                </a14:imgProps>
              </a:ext>
              <a:ext uri="{28A0092B-C50C-407E-A947-70E740481C1C}">
                <a14:useLocalDpi xmlns:a14="http://schemas.microsoft.com/office/drawing/2010/main" val="0"/>
              </a:ext>
            </a:extLst>
          </a:blip>
          <a:srcRect l="17214" r="17214"/>
          <a:stretch/>
        </p:blipFill>
        <p:spPr>
          <a:xfrm>
            <a:off x="1568064" y="5395115"/>
            <a:ext cx="10972082" cy="5459636"/>
          </a:xfrm>
          <a:prstGeom prst="rect">
            <a:avLst/>
          </a:prstGeom>
        </p:spPr>
      </p:pic>
      <p:grpSp>
        <p:nvGrpSpPr>
          <p:cNvPr id="20" name="Group 19">
            <a:extLst>
              <a:ext uri="{FF2B5EF4-FFF2-40B4-BE49-F238E27FC236}">
                <a16:creationId xmlns:a16="http://schemas.microsoft.com/office/drawing/2014/main" id="{02AB1302-43F9-B800-73B9-77D941FA723B}"/>
              </a:ext>
            </a:extLst>
          </p:cNvPr>
          <p:cNvGrpSpPr>
            <a:grpSpLocks/>
          </p:cNvGrpSpPr>
          <p:nvPr/>
        </p:nvGrpSpPr>
        <p:grpSpPr bwMode="auto">
          <a:xfrm>
            <a:off x="0" y="0"/>
            <a:ext cx="1573161" cy="639096"/>
            <a:chOff x="0" y="0"/>
            <a:chExt cx="43624" cy="17221"/>
          </a:xfrm>
        </p:grpSpPr>
        <p:pic>
          <p:nvPicPr>
            <p:cNvPr id="21" name="Image 2">
              <a:extLst>
                <a:ext uri="{FF2B5EF4-FFF2-40B4-BE49-F238E27FC236}">
                  <a16:creationId xmlns:a16="http://schemas.microsoft.com/office/drawing/2014/main" id="{C6489039-F1FD-267E-9913-024819F82D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43624" cy="9715"/>
            </a:xfrm>
            <a:prstGeom prst="rect">
              <a:avLst/>
            </a:prstGeom>
            <a:noFill/>
            <a:extLst>
              <a:ext uri="{909E8E84-426E-40DD-AFC4-6F175D3DCCD1}">
                <a14:hiddenFill xmlns:a14="http://schemas.microsoft.com/office/drawing/2010/main">
                  <a:solidFill>
                    <a:srgbClr val="FFFFFF"/>
                  </a:solidFill>
                </a14:hiddenFill>
              </a:ext>
            </a:extLst>
          </p:spPr>
        </p:pic>
        <p:pic>
          <p:nvPicPr>
            <p:cNvPr id="22" name="Image 3">
              <a:extLst>
                <a:ext uri="{FF2B5EF4-FFF2-40B4-BE49-F238E27FC236}">
                  <a16:creationId xmlns:a16="http://schemas.microsoft.com/office/drawing/2014/main" id="{2CA867F5-CE30-F3AC-E260-4CB5FCB3274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25" y="9715"/>
              <a:ext cx="14167" cy="7506"/>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9" name="Content Placeholder 8">
            <a:extLst>
              <a:ext uri="{FF2B5EF4-FFF2-40B4-BE49-F238E27FC236}">
                <a16:creationId xmlns:a16="http://schemas.microsoft.com/office/drawing/2014/main" id="{87BA9A62-FF92-E4FB-E062-90000883F43D}"/>
              </a:ext>
            </a:extLst>
          </p:cNvPr>
          <p:cNvGraphicFramePr>
            <a:graphicFrameLocks noGrp="1"/>
          </p:cNvGraphicFramePr>
          <p:nvPr>
            <p:ph sz="half" idx="1"/>
            <p:extLst>
              <p:ext uri="{D42A27DB-BD31-4B8C-83A1-F6EECF244321}">
                <p14:modId xmlns:p14="http://schemas.microsoft.com/office/powerpoint/2010/main" val="220400740"/>
              </p:ext>
            </p:extLst>
          </p:nvPr>
        </p:nvGraphicFramePr>
        <p:xfrm>
          <a:off x="2530220" y="1484670"/>
          <a:ext cx="7370864" cy="494562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4159398417"/>
      </p:ext>
    </p:extLst>
  </p:cSld>
  <p:clrMapOvr>
    <a:overrideClrMapping bg1="dk1" tx1="lt1" bg2="dk2" tx2="lt2" accent1="accent1" accent2="accent2" accent3="accent3" accent4="accent4" accent5="accent5" accent6="accent6" hlink="hlink" folHlink="folHlink"/>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C865519-3C9E-77DD-B3C6-604C4E39A429}"/>
              </a:ext>
            </a:extLst>
          </p:cNvPr>
          <p:cNvSpPr txBox="1">
            <a:spLocks/>
          </p:cNvSpPr>
          <p:nvPr/>
        </p:nvSpPr>
        <p:spPr>
          <a:xfrm>
            <a:off x="2124798" y="70631"/>
            <a:ext cx="8916828" cy="1111151"/>
          </a:xfrm>
          <a:prstGeom prst="rect">
            <a:avLst/>
          </a:prstGeom>
        </p:spPr>
        <p:txBody>
          <a:bodyPr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600" dirty="0"/>
              <a:t>Benefits of Azure Implementation</a:t>
            </a:r>
            <a:endParaRPr lang="en-US" sz="3200" dirty="0">
              <a:solidFill>
                <a:srgbClr val="EBEBEB"/>
              </a:solidFill>
            </a:endParaRPr>
          </a:p>
        </p:txBody>
      </p:sp>
      <p:graphicFrame>
        <p:nvGraphicFramePr>
          <p:cNvPr id="8" name="Table 7">
            <a:extLst>
              <a:ext uri="{FF2B5EF4-FFF2-40B4-BE49-F238E27FC236}">
                <a16:creationId xmlns:a16="http://schemas.microsoft.com/office/drawing/2014/main" id="{42782A5E-7157-1DAB-7937-FD476F0844E4}"/>
              </a:ext>
            </a:extLst>
          </p:cNvPr>
          <p:cNvGraphicFramePr>
            <a:graphicFrameLocks noGrp="1"/>
          </p:cNvGraphicFramePr>
          <p:nvPr>
            <p:extLst>
              <p:ext uri="{D42A27DB-BD31-4B8C-83A1-F6EECF244321}">
                <p14:modId xmlns:p14="http://schemas.microsoft.com/office/powerpoint/2010/main" val="485748762"/>
              </p:ext>
            </p:extLst>
          </p:nvPr>
        </p:nvGraphicFramePr>
        <p:xfrm>
          <a:off x="1996978" y="1181782"/>
          <a:ext cx="9044648" cy="3940825"/>
        </p:xfrm>
        <a:graphic>
          <a:graphicData uri="http://schemas.openxmlformats.org/drawingml/2006/table">
            <a:tbl>
              <a:tblPr firstRow="1" bandRow="1">
                <a:tableStyleId>{21E4AEA4-8DFA-4A89-87EB-49C32662AFE0}</a:tableStyleId>
              </a:tblPr>
              <a:tblGrid>
                <a:gridCol w="4522324">
                  <a:extLst>
                    <a:ext uri="{9D8B030D-6E8A-4147-A177-3AD203B41FA5}">
                      <a16:colId xmlns:a16="http://schemas.microsoft.com/office/drawing/2014/main" val="3886910920"/>
                    </a:ext>
                  </a:extLst>
                </a:gridCol>
                <a:gridCol w="4522324">
                  <a:extLst>
                    <a:ext uri="{9D8B030D-6E8A-4147-A177-3AD203B41FA5}">
                      <a16:colId xmlns:a16="http://schemas.microsoft.com/office/drawing/2014/main" val="1108085002"/>
                    </a:ext>
                  </a:extLst>
                </a:gridCol>
              </a:tblGrid>
              <a:tr h="562975">
                <a:tc>
                  <a:txBody>
                    <a:bodyPr/>
                    <a:lstStyle/>
                    <a:p>
                      <a:pPr>
                        <a:buNone/>
                      </a:pPr>
                      <a:r>
                        <a:rPr lang="en-IN"/>
                        <a:t>Before Migration</a:t>
                      </a:r>
                    </a:p>
                  </a:txBody>
                  <a:tcPr anchor="ctr"/>
                </a:tc>
                <a:tc>
                  <a:txBody>
                    <a:bodyPr/>
                    <a:lstStyle/>
                    <a:p>
                      <a:pPr>
                        <a:buNone/>
                      </a:pPr>
                      <a:r>
                        <a:rPr lang="en-IN"/>
                        <a:t>After Azure Migration</a:t>
                      </a:r>
                    </a:p>
                  </a:txBody>
                  <a:tcPr anchor="ctr"/>
                </a:tc>
                <a:extLst>
                  <a:ext uri="{0D108BD9-81ED-4DB2-BD59-A6C34878D82A}">
                    <a16:rowId xmlns:a16="http://schemas.microsoft.com/office/drawing/2014/main" val="3872051018"/>
                  </a:ext>
                </a:extLst>
              </a:tr>
              <a:tr h="562975">
                <a:tc>
                  <a:txBody>
                    <a:bodyPr/>
                    <a:lstStyle/>
                    <a:p>
                      <a:pPr>
                        <a:buNone/>
                      </a:pPr>
                      <a:r>
                        <a:rPr lang="en-IN"/>
                        <a:t>High Capital Cost</a:t>
                      </a:r>
                    </a:p>
                  </a:txBody>
                  <a:tcPr anchor="ctr"/>
                </a:tc>
                <a:tc>
                  <a:txBody>
                    <a:bodyPr/>
                    <a:lstStyle/>
                    <a:p>
                      <a:pPr>
                        <a:buNone/>
                      </a:pPr>
                      <a:r>
                        <a:rPr lang="en-IN"/>
                        <a:t>Reduced Operational Cost</a:t>
                      </a:r>
                    </a:p>
                  </a:txBody>
                  <a:tcPr anchor="ctr"/>
                </a:tc>
                <a:extLst>
                  <a:ext uri="{0D108BD9-81ED-4DB2-BD59-A6C34878D82A}">
                    <a16:rowId xmlns:a16="http://schemas.microsoft.com/office/drawing/2014/main" val="3034633949"/>
                  </a:ext>
                </a:extLst>
              </a:tr>
              <a:tr h="562975">
                <a:tc>
                  <a:txBody>
                    <a:bodyPr/>
                    <a:lstStyle/>
                    <a:p>
                      <a:pPr>
                        <a:buNone/>
                      </a:pPr>
                      <a:r>
                        <a:rPr lang="en-IN"/>
                        <a:t>Limited Scalability</a:t>
                      </a:r>
                    </a:p>
                  </a:txBody>
                  <a:tcPr anchor="ctr"/>
                </a:tc>
                <a:tc>
                  <a:txBody>
                    <a:bodyPr/>
                    <a:lstStyle/>
                    <a:p>
                      <a:pPr>
                        <a:buNone/>
                      </a:pPr>
                      <a:r>
                        <a:rPr lang="en-IN"/>
                        <a:t>Dynamic Scaling</a:t>
                      </a:r>
                    </a:p>
                  </a:txBody>
                  <a:tcPr anchor="ctr"/>
                </a:tc>
                <a:extLst>
                  <a:ext uri="{0D108BD9-81ED-4DB2-BD59-A6C34878D82A}">
                    <a16:rowId xmlns:a16="http://schemas.microsoft.com/office/drawing/2014/main" val="3619611769"/>
                  </a:ext>
                </a:extLst>
              </a:tr>
              <a:tr h="562975">
                <a:tc>
                  <a:txBody>
                    <a:bodyPr/>
                    <a:lstStyle/>
                    <a:p>
                      <a:pPr>
                        <a:buNone/>
                      </a:pPr>
                      <a:r>
                        <a:rPr lang="en-IN"/>
                        <a:t>Manual Backup</a:t>
                      </a:r>
                    </a:p>
                  </a:txBody>
                  <a:tcPr anchor="ctr"/>
                </a:tc>
                <a:tc>
                  <a:txBody>
                    <a:bodyPr/>
                    <a:lstStyle/>
                    <a:p>
                      <a:pPr>
                        <a:buNone/>
                      </a:pPr>
                      <a:r>
                        <a:rPr lang="en-IN"/>
                        <a:t>Automated Backup</a:t>
                      </a:r>
                    </a:p>
                  </a:txBody>
                  <a:tcPr anchor="ctr"/>
                </a:tc>
                <a:extLst>
                  <a:ext uri="{0D108BD9-81ED-4DB2-BD59-A6C34878D82A}">
                    <a16:rowId xmlns:a16="http://schemas.microsoft.com/office/drawing/2014/main" val="1845416646"/>
                  </a:ext>
                </a:extLst>
              </a:tr>
              <a:tr h="562975">
                <a:tc>
                  <a:txBody>
                    <a:bodyPr/>
                    <a:lstStyle/>
                    <a:p>
                      <a:pPr>
                        <a:buNone/>
                      </a:pPr>
                      <a:r>
                        <a:rPr lang="en-IN"/>
                        <a:t>Downtime Risk</a:t>
                      </a:r>
                    </a:p>
                  </a:txBody>
                  <a:tcPr anchor="ctr"/>
                </a:tc>
                <a:tc>
                  <a:txBody>
                    <a:bodyPr/>
                    <a:lstStyle/>
                    <a:p>
                      <a:pPr>
                        <a:buNone/>
                      </a:pPr>
                      <a:r>
                        <a:rPr lang="en-IN"/>
                        <a:t>High Availability</a:t>
                      </a:r>
                    </a:p>
                  </a:txBody>
                  <a:tcPr anchor="ctr"/>
                </a:tc>
                <a:extLst>
                  <a:ext uri="{0D108BD9-81ED-4DB2-BD59-A6C34878D82A}">
                    <a16:rowId xmlns:a16="http://schemas.microsoft.com/office/drawing/2014/main" val="2055375611"/>
                  </a:ext>
                </a:extLst>
              </a:tr>
              <a:tr h="562975">
                <a:tc>
                  <a:txBody>
                    <a:bodyPr/>
                    <a:lstStyle/>
                    <a:p>
                      <a:pPr>
                        <a:buNone/>
                      </a:pPr>
                      <a:r>
                        <a:rPr lang="en-IN"/>
                        <a:t>Complex Management</a:t>
                      </a:r>
                    </a:p>
                  </a:txBody>
                  <a:tcPr anchor="ctr"/>
                </a:tc>
                <a:tc>
                  <a:txBody>
                    <a:bodyPr/>
                    <a:lstStyle/>
                    <a:p>
                      <a:pPr>
                        <a:buNone/>
                      </a:pPr>
                      <a:r>
                        <a:rPr lang="en-IN"/>
                        <a:t>Centralized Management</a:t>
                      </a:r>
                    </a:p>
                  </a:txBody>
                  <a:tcPr anchor="ctr"/>
                </a:tc>
                <a:extLst>
                  <a:ext uri="{0D108BD9-81ED-4DB2-BD59-A6C34878D82A}">
                    <a16:rowId xmlns:a16="http://schemas.microsoft.com/office/drawing/2014/main" val="451147535"/>
                  </a:ext>
                </a:extLst>
              </a:tr>
              <a:tr h="562975">
                <a:tc>
                  <a:txBody>
                    <a:bodyPr/>
                    <a:lstStyle/>
                    <a:p>
                      <a:pPr>
                        <a:buNone/>
                      </a:pPr>
                      <a:r>
                        <a:rPr lang="en-IN"/>
                        <a:t>Basic Security</a:t>
                      </a:r>
                    </a:p>
                  </a:txBody>
                  <a:tcPr anchor="ctr"/>
                </a:tc>
                <a:tc>
                  <a:txBody>
                    <a:bodyPr/>
                    <a:lstStyle/>
                    <a:p>
                      <a:pPr>
                        <a:buNone/>
                      </a:pPr>
                      <a:r>
                        <a:rPr lang="en-IN" dirty="0"/>
                        <a:t>Advanced Cloud Security</a:t>
                      </a:r>
                    </a:p>
                  </a:txBody>
                  <a:tcPr anchor="ctr"/>
                </a:tc>
                <a:extLst>
                  <a:ext uri="{0D108BD9-81ED-4DB2-BD59-A6C34878D82A}">
                    <a16:rowId xmlns:a16="http://schemas.microsoft.com/office/drawing/2014/main" val="483419949"/>
                  </a:ext>
                </a:extLst>
              </a:tr>
            </a:tbl>
          </a:graphicData>
        </a:graphic>
      </p:graphicFrame>
      <p:grpSp>
        <p:nvGrpSpPr>
          <p:cNvPr id="15" name="Group 14">
            <a:extLst>
              <a:ext uri="{FF2B5EF4-FFF2-40B4-BE49-F238E27FC236}">
                <a16:creationId xmlns:a16="http://schemas.microsoft.com/office/drawing/2014/main" id="{CB1C157D-DCB2-F81E-9B07-D4517F1193A7}"/>
              </a:ext>
            </a:extLst>
          </p:cNvPr>
          <p:cNvGrpSpPr>
            <a:grpSpLocks/>
          </p:cNvGrpSpPr>
          <p:nvPr/>
        </p:nvGrpSpPr>
        <p:grpSpPr bwMode="auto">
          <a:xfrm>
            <a:off x="0" y="0"/>
            <a:ext cx="1573161" cy="639096"/>
            <a:chOff x="0" y="0"/>
            <a:chExt cx="43624" cy="17221"/>
          </a:xfrm>
        </p:grpSpPr>
        <p:pic>
          <p:nvPicPr>
            <p:cNvPr id="16" name="Image 2">
              <a:extLst>
                <a:ext uri="{FF2B5EF4-FFF2-40B4-BE49-F238E27FC236}">
                  <a16:creationId xmlns:a16="http://schemas.microsoft.com/office/drawing/2014/main" id="{61B672F0-2D5F-6F9B-B673-85DB1BBE93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3624" cy="9715"/>
            </a:xfrm>
            <a:prstGeom prst="rect">
              <a:avLst/>
            </a:prstGeom>
            <a:noFill/>
            <a:extLst>
              <a:ext uri="{909E8E84-426E-40DD-AFC4-6F175D3DCCD1}">
                <a14:hiddenFill xmlns:a14="http://schemas.microsoft.com/office/drawing/2010/main">
                  <a:solidFill>
                    <a:srgbClr val="FFFFFF"/>
                  </a:solidFill>
                </a14:hiddenFill>
              </a:ext>
            </a:extLst>
          </p:spPr>
        </p:pic>
        <p:pic>
          <p:nvPicPr>
            <p:cNvPr id="17" name="Image 3">
              <a:extLst>
                <a:ext uri="{FF2B5EF4-FFF2-40B4-BE49-F238E27FC236}">
                  <a16:creationId xmlns:a16="http://schemas.microsoft.com/office/drawing/2014/main" id="{187F5B27-35E0-060A-7471-AEF4776285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25" y="9715"/>
              <a:ext cx="14167" cy="750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599705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E70037-2E99-C020-F36E-B5B4253D8FF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5FBA9BB-CAE5-7446-C209-CC62FDF261D8}"/>
              </a:ext>
            </a:extLst>
          </p:cNvPr>
          <p:cNvSpPr txBox="1">
            <a:spLocks/>
          </p:cNvSpPr>
          <p:nvPr/>
        </p:nvSpPr>
        <p:spPr>
          <a:xfrm>
            <a:off x="2124798" y="70631"/>
            <a:ext cx="8916828" cy="1111151"/>
          </a:xfrm>
          <a:prstGeom prst="rect">
            <a:avLst/>
          </a:prstGeom>
        </p:spPr>
        <p:txBody>
          <a:bodyPr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600" dirty="0"/>
              <a:t>Challenges &amp; Solutions</a:t>
            </a:r>
            <a:endParaRPr lang="en-US" sz="3200" dirty="0">
              <a:solidFill>
                <a:srgbClr val="EBEBEB"/>
              </a:solidFill>
            </a:endParaRPr>
          </a:p>
        </p:txBody>
      </p:sp>
      <p:graphicFrame>
        <p:nvGraphicFramePr>
          <p:cNvPr id="3" name="Diagram 2">
            <a:extLst>
              <a:ext uri="{FF2B5EF4-FFF2-40B4-BE49-F238E27FC236}">
                <a16:creationId xmlns:a16="http://schemas.microsoft.com/office/drawing/2014/main" id="{9E8055A8-6FED-D094-AC11-92A5552B78ED}"/>
              </a:ext>
            </a:extLst>
          </p:cNvPr>
          <p:cNvGraphicFramePr/>
          <p:nvPr>
            <p:extLst>
              <p:ext uri="{D42A27DB-BD31-4B8C-83A1-F6EECF244321}">
                <p14:modId xmlns:p14="http://schemas.microsoft.com/office/powerpoint/2010/main" val="2640743600"/>
              </p:ext>
            </p:extLst>
          </p:nvPr>
        </p:nvGraphicFramePr>
        <p:xfrm>
          <a:off x="1817329" y="1278193"/>
          <a:ext cx="9942052" cy="46734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5" name="Group 4">
            <a:extLst>
              <a:ext uri="{FF2B5EF4-FFF2-40B4-BE49-F238E27FC236}">
                <a16:creationId xmlns:a16="http://schemas.microsoft.com/office/drawing/2014/main" id="{A3B102DF-5904-5E29-5624-101FC57CF3A2}"/>
              </a:ext>
            </a:extLst>
          </p:cNvPr>
          <p:cNvGrpSpPr>
            <a:grpSpLocks/>
          </p:cNvGrpSpPr>
          <p:nvPr/>
        </p:nvGrpSpPr>
        <p:grpSpPr bwMode="auto">
          <a:xfrm>
            <a:off x="9832" y="0"/>
            <a:ext cx="1573161" cy="639096"/>
            <a:chOff x="0" y="0"/>
            <a:chExt cx="43624" cy="17221"/>
          </a:xfrm>
        </p:grpSpPr>
        <p:pic>
          <p:nvPicPr>
            <p:cNvPr id="6" name="Image 2">
              <a:extLst>
                <a:ext uri="{FF2B5EF4-FFF2-40B4-BE49-F238E27FC236}">
                  <a16:creationId xmlns:a16="http://schemas.microsoft.com/office/drawing/2014/main" id="{21EF26B9-9359-1A46-F627-C56DA6F2E0F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43624" cy="9715"/>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3">
              <a:extLst>
                <a:ext uri="{FF2B5EF4-FFF2-40B4-BE49-F238E27FC236}">
                  <a16:creationId xmlns:a16="http://schemas.microsoft.com/office/drawing/2014/main" id="{0D1451F8-49C9-E46F-0862-60B7BB883FD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725" y="9715"/>
              <a:ext cx="14167" cy="750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407165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E1465-12E4-693E-ABE8-C0FE0365FC36}"/>
              </a:ext>
            </a:extLst>
          </p:cNvPr>
          <p:cNvSpPr>
            <a:spLocks noGrp="1"/>
          </p:cNvSpPr>
          <p:nvPr>
            <p:ph type="title"/>
          </p:nvPr>
        </p:nvSpPr>
        <p:spPr>
          <a:xfrm>
            <a:off x="3460595" y="0"/>
            <a:ext cx="6755122" cy="1231490"/>
          </a:xfrm>
        </p:spPr>
        <p:txBody>
          <a:bodyPr vert="horz" lIns="91440" tIns="45720" rIns="91440" bIns="45720" rtlCol="0" anchor="ctr">
            <a:normAutofit/>
          </a:bodyPr>
          <a:lstStyle/>
          <a:p>
            <a:r>
              <a:rPr lang="en-IN" dirty="0"/>
              <a:t>Conclusion &amp; Future Scope</a:t>
            </a:r>
            <a:endParaRPr lang="en-US" b="0" i="0" kern="1200" dirty="0">
              <a:solidFill>
                <a:srgbClr val="EBEBEB"/>
              </a:solidFill>
              <a:latin typeface="+mj-lt"/>
              <a:ea typeface="+mj-ea"/>
              <a:cs typeface="+mj-cs"/>
            </a:endParaRPr>
          </a:p>
        </p:txBody>
      </p:sp>
      <p:graphicFrame>
        <p:nvGraphicFramePr>
          <p:cNvPr id="7" name="Content Placeholder 6">
            <a:extLst>
              <a:ext uri="{FF2B5EF4-FFF2-40B4-BE49-F238E27FC236}">
                <a16:creationId xmlns:a16="http://schemas.microsoft.com/office/drawing/2014/main" id="{5B9143AE-E7D6-5E20-A51F-3974D40C14E9}"/>
              </a:ext>
            </a:extLst>
          </p:cNvPr>
          <p:cNvGraphicFramePr>
            <a:graphicFrameLocks noGrp="1"/>
          </p:cNvGraphicFramePr>
          <p:nvPr>
            <p:ph sz="half" idx="1"/>
            <p:extLst>
              <p:ext uri="{D42A27DB-BD31-4B8C-83A1-F6EECF244321}">
                <p14:modId xmlns:p14="http://schemas.microsoft.com/office/powerpoint/2010/main" val="1587765155"/>
              </p:ext>
            </p:extLst>
          </p:nvPr>
        </p:nvGraphicFramePr>
        <p:xfrm>
          <a:off x="2733366" y="1231490"/>
          <a:ext cx="7620002" cy="52381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8" name="Group 7">
            <a:extLst>
              <a:ext uri="{FF2B5EF4-FFF2-40B4-BE49-F238E27FC236}">
                <a16:creationId xmlns:a16="http://schemas.microsoft.com/office/drawing/2014/main" id="{42DE0CEA-4097-FCAC-0052-A17EBE485ECD}"/>
              </a:ext>
            </a:extLst>
          </p:cNvPr>
          <p:cNvGrpSpPr>
            <a:grpSpLocks/>
          </p:cNvGrpSpPr>
          <p:nvPr/>
        </p:nvGrpSpPr>
        <p:grpSpPr bwMode="auto">
          <a:xfrm>
            <a:off x="0" y="0"/>
            <a:ext cx="1573161" cy="639096"/>
            <a:chOff x="0" y="0"/>
            <a:chExt cx="43624" cy="17221"/>
          </a:xfrm>
        </p:grpSpPr>
        <p:pic>
          <p:nvPicPr>
            <p:cNvPr id="9" name="Image 2">
              <a:extLst>
                <a:ext uri="{FF2B5EF4-FFF2-40B4-BE49-F238E27FC236}">
                  <a16:creationId xmlns:a16="http://schemas.microsoft.com/office/drawing/2014/main" id="{C18ABBF0-9E39-96F7-DDE7-DC7876050FC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43624" cy="9715"/>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 3">
              <a:extLst>
                <a:ext uri="{FF2B5EF4-FFF2-40B4-BE49-F238E27FC236}">
                  <a16:creationId xmlns:a16="http://schemas.microsoft.com/office/drawing/2014/main" id="{1341F12E-5996-CE41-C22D-5CC512FFD6B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725" y="9715"/>
              <a:ext cx="14167" cy="750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06866961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4A6A9-5ED8-5DA4-469C-5892857AF157}"/>
              </a:ext>
            </a:extLst>
          </p:cNvPr>
          <p:cNvSpPr>
            <a:spLocks noGrp="1"/>
          </p:cNvSpPr>
          <p:nvPr>
            <p:ph type="title"/>
          </p:nvPr>
        </p:nvSpPr>
        <p:spPr>
          <a:xfrm>
            <a:off x="934980" y="1058545"/>
            <a:ext cx="9506877" cy="1814052"/>
          </a:xfrm>
        </p:spPr>
        <p:txBody>
          <a:bodyPr>
            <a:normAutofit/>
          </a:bodyPr>
          <a:lstStyle/>
          <a:p>
            <a:r>
              <a:rPr lang="en-US" sz="6600" dirty="0"/>
              <a:t>Thank you</a:t>
            </a:r>
          </a:p>
        </p:txBody>
      </p:sp>
      <p:sp>
        <p:nvSpPr>
          <p:cNvPr id="5" name="TextBox 4">
            <a:extLst>
              <a:ext uri="{FF2B5EF4-FFF2-40B4-BE49-F238E27FC236}">
                <a16:creationId xmlns:a16="http://schemas.microsoft.com/office/drawing/2014/main" id="{63A251B0-2884-A28F-9FE3-529F1BC81777}"/>
              </a:ext>
            </a:extLst>
          </p:cNvPr>
          <p:cNvSpPr txBox="1"/>
          <p:nvPr/>
        </p:nvSpPr>
        <p:spPr>
          <a:xfrm>
            <a:off x="1496337" y="3466417"/>
            <a:ext cx="2870102" cy="1477328"/>
          </a:xfrm>
          <a:prstGeom prst="rect">
            <a:avLst/>
          </a:prstGeom>
          <a:noFill/>
        </p:spPr>
        <p:txBody>
          <a:bodyPr wrap="square" rtlCol="0">
            <a:spAutoFit/>
          </a:bodyPr>
          <a:lstStyle/>
          <a:p>
            <a:r>
              <a:rPr lang="en-IN" sz="2400" dirty="0"/>
              <a:t>Presented By</a:t>
            </a:r>
          </a:p>
          <a:p>
            <a:br>
              <a:rPr lang="en-IN" sz="2400" dirty="0"/>
            </a:br>
            <a:r>
              <a:rPr lang="en-IN" sz="2400" dirty="0"/>
              <a:t>Rishabh Kumar</a:t>
            </a:r>
            <a:br>
              <a:rPr lang="en-IN" dirty="0"/>
            </a:br>
            <a:endParaRPr lang="en-IN" dirty="0"/>
          </a:p>
        </p:txBody>
      </p:sp>
      <p:sp>
        <p:nvSpPr>
          <p:cNvPr id="9" name="TextBox 8">
            <a:extLst>
              <a:ext uri="{FF2B5EF4-FFF2-40B4-BE49-F238E27FC236}">
                <a16:creationId xmlns:a16="http://schemas.microsoft.com/office/drawing/2014/main" id="{176F0BDC-A0D9-07A0-3498-C61F45BD8ADD}"/>
              </a:ext>
            </a:extLst>
          </p:cNvPr>
          <p:cNvSpPr txBox="1"/>
          <p:nvPr/>
        </p:nvSpPr>
        <p:spPr>
          <a:xfrm>
            <a:off x="8474946" y="3429000"/>
            <a:ext cx="2870102" cy="1200329"/>
          </a:xfrm>
          <a:prstGeom prst="rect">
            <a:avLst/>
          </a:prstGeom>
          <a:noFill/>
        </p:spPr>
        <p:txBody>
          <a:bodyPr wrap="square" rtlCol="0">
            <a:spAutoFit/>
          </a:bodyPr>
          <a:lstStyle/>
          <a:p>
            <a:r>
              <a:rPr lang="en-IN" sz="2400" dirty="0"/>
              <a:t>Project Guide</a:t>
            </a:r>
          </a:p>
          <a:p>
            <a:endParaRPr lang="en-IN" sz="2400" dirty="0"/>
          </a:p>
          <a:p>
            <a:r>
              <a:rPr lang="en-IN" sz="2400" dirty="0"/>
              <a:t>Mr. Hari Krishna</a:t>
            </a:r>
          </a:p>
        </p:txBody>
      </p:sp>
      <p:sp>
        <p:nvSpPr>
          <p:cNvPr id="10" name="TextBox 9">
            <a:extLst>
              <a:ext uri="{FF2B5EF4-FFF2-40B4-BE49-F238E27FC236}">
                <a16:creationId xmlns:a16="http://schemas.microsoft.com/office/drawing/2014/main" id="{7E3CB1F8-A75E-A442-C4B0-F571ECA0F1E5}"/>
              </a:ext>
            </a:extLst>
          </p:cNvPr>
          <p:cNvSpPr txBox="1"/>
          <p:nvPr/>
        </p:nvSpPr>
        <p:spPr>
          <a:xfrm>
            <a:off x="1496337" y="4946150"/>
            <a:ext cx="2289082" cy="646331"/>
          </a:xfrm>
          <a:prstGeom prst="rect">
            <a:avLst/>
          </a:prstGeom>
          <a:noFill/>
        </p:spPr>
        <p:txBody>
          <a:bodyPr wrap="square" rtlCol="0">
            <a:spAutoFit/>
          </a:bodyPr>
          <a:lstStyle/>
          <a:p>
            <a:r>
              <a:rPr lang="en-IN" dirty="0"/>
              <a:t>Enrollment No.</a:t>
            </a:r>
            <a:br>
              <a:rPr lang="en-IN" dirty="0"/>
            </a:br>
            <a:r>
              <a:rPr lang="en-IN" dirty="0"/>
              <a:t>O24MCA111896</a:t>
            </a:r>
          </a:p>
        </p:txBody>
      </p:sp>
      <p:sp>
        <p:nvSpPr>
          <p:cNvPr id="11" name="TextBox 10">
            <a:extLst>
              <a:ext uri="{FF2B5EF4-FFF2-40B4-BE49-F238E27FC236}">
                <a16:creationId xmlns:a16="http://schemas.microsoft.com/office/drawing/2014/main" id="{8FDCD84A-81A6-610C-5D97-7027E620C417}"/>
              </a:ext>
            </a:extLst>
          </p:cNvPr>
          <p:cNvSpPr txBox="1"/>
          <p:nvPr/>
        </p:nvSpPr>
        <p:spPr>
          <a:xfrm>
            <a:off x="3324065" y="5869480"/>
            <a:ext cx="4717958" cy="369332"/>
          </a:xfrm>
          <a:prstGeom prst="rect">
            <a:avLst/>
          </a:prstGeom>
          <a:noFill/>
        </p:spPr>
        <p:txBody>
          <a:bodyPr wrap="none" rtlCol="0">
            <a:spAutoFit/>
          </a:bodyPr>
          <a:lstStyle/>
          <a:p>
            <a:r>
              <a:rPr lang="en-IN" dirty="0"/>
              <a:t>Thank you for your valuable time and attention.</a:t>
            </a:r>
          </a:p>
        </p:txBody>
      </p:sp>
      <p:grpSp>
        <p:nvGrpSpPr>
          <p:cNvPr id="15" name="Group 14">
            <a:extLst>
              <a:ext uri="{FF2B5EF4-FFF2-40B4-BE49-F238E27FC236}">
                <a16:creationId xmlns:a16="http://schemas.microsoft.com/office/drawing/2014/main" id="{E1F2B34D-C712-D9B8-E5A7-1FB6178C4166}"/>
              </a:ext>
            </a:extLst>
          </p:cNvPr>
          <p:cNvGrpSpPr>
            <a:grpSpLocks/>
          </p:cNvGrpSpPr>
          <p:nvPr/>
        </p:nvGrpSpPr>
        <p:grpSpPr bwMode="auto">
          <a:xfrm>
            <a:off x="0" y="0"/>
            <a:ext cx="1573161" cy="639096"/>
            <a:chOff x="0" y="0"/>
            <a:chExt cx="43624" cy="17221"/>
          </a:xfrm>
        </p:grpSpPr>
        <p:pic>
          <p:nvPicPr>
            <p:cNvPr id="16" name="Image 2">
              <a:extLst>
                <a:ext uri="{FF2B5EF4-FFF2-40B4-BE49-F238E27FC236}">
                  <a16:creationId xmlns:a16="http://schemas.microsoft.com/office/drawing/2014/main" id="{F9881858-96DC-06F1-C27F-BA1A13BD11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3624" cy="9715"/>
            </a:xfrm>
            <a:prstGeom prst="rect">
              <a:avLst/>
            </a:prstGeom>
            <a:noFill/>
            <a:extLst>
              <a:ext uri="{909E8E84-426E-40DD-AFC4-6F175D3DCCD1}">
                <a14:hiddenFill xmlns:a14="http://schemas.microsoft.com/office/drawing/2010/main">
                  <a:solidFill>
                    <a:srgbClr val="FFFFFF"/>
                  </a:solidFill>
                </a14:hiddenFill>
              </a:ext>
            </a:extLst>
          </p:spPr>
        </p:pic>
        <p:pic>
          <p:nvPicPr>
            <p:cNvPr id="17" name="Image 3">
              <a:extLst>
                <a:ext uri="{FF2B5EF4-FFF2-40B4-BE49-F238E27FC236}">
                  <a16:creationId xmlns:a16="http://schemas.microsoft.com/office/drawing/2014/main" id="{F3B6B101-4C87-46F1-70BD-F732D9FF4B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25" y="9715"/>
              <a:ext cx="14167" cy="750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23760929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f6dbec8-95a8-4638-9f5f-bd076536645c}" enabled="1" method="Standard" siteId="{5dbf1add-202a-4b8d-815b-bf0fb024e033}" contentBits="0" removed="0"/>
</clbl:labelList>
</file>

<file path=docProps/app.xml><?xml version="1.0" encoding="utf-8"?>
<Properties xmlns="http://schemas.openxmlformats.org/officeDocument/2006/extended-properties" xmlns:vt="http://schemas.openxmlformats.org/officeDocument/2006/docPropsVTypes">
  <Template>Wisp</Template>
  <TotalTime>221</TotalTime>
  <Words>858</Words>
  <Application>Microsoft Office PowerPoint</Application>
  <PresentationFormat>Widescreen</PresentationFormat>
  <Paragraphs>153</Paragraphs>
  <Slides>13</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Century Gothic</vt:lpstr>
      <vt:lpstr>Courier New</vt:lpstr>
      <vt:lpstr>Wingdings</vt:lpstr>
      <vt:lpstr>Wingdings 3</vt:lpstr>
      <vt:lpstr>Wisp</vt:lpstr>
      <vt:lpstr>Implementation of Cloud Based Infrastructure in Business Operations:   A Professional Study by an  Information Technology Engineer</vt:lpstr>
      <vt:lpstr>Introduction</vt:lpstr>
      <vt:lpstr>Problem Statement</vt:lpstr>
      <vt:lpstr>Project Objectives </vt:lpstr>
      <vt:lpstr>Existing vs Proposed System</vt:lpstr>
      <vt:lpstr>Microsoft Azure Services Used </vt:lpstr>
      <vt:lpstr>Cloud Migration Strategy</vt:lpstr>
      <vt:lpstr>Implementation Process</vt:lpstr>
      <vt:lpstr>Testing and Results</vt:lpstr>
      <vt:lpstr>PowerPoint Presentation</vt:lpstr>
      <vt:lpstr>PowerPoint Presentation</vt:lpstr>
      <vt:lpstr>Conclusion &amp; Future Scope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Pai, Vignesh H</dc:creator>
  <cp:lastModifiedBy>Lokesh Bana</cp:lastModifiedBy>
  <cp:revision>29</cp:revision>
  <dcterms:created xsi:type="dcterms:W3CDTF">2026-04-09T15:15:06Z</dcterms:created>
  <dcterms:modified xsi:type="dcterms:W3CDTF">2026-06-28T12:58:31Z</dcterms:modified>
</cp:coreProperties>
</file>